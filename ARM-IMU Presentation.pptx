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DM Sans" pitchFamily="2" charset="77"/>
      <p:regular r:id="rId17"/>
      <p:bold r:id="rId18"/>
      <p:italic r:id="rId19"/>
      <p:boldItalic r:id="rId20"/>
    </p:embeddedFont>
    <p:embeddedFont>
      <p:font typeface="Nunito Light" pitchFamily="2" charset="77"/>
      <p:regular r:id="rId21"/>
    </p:embeddedFont>
    <p:embeddedFont>
      <p:font typeface="Outfit" pitchFamily="2"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3260B0-31C2-4729-AE04-DE4B551CCC3D}">
  <a:tblStyle styleId="{003260B0-31C2-4729-AE04-DE4B551CCC3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6"/>
  </p:normalViewPr>
  <p:slideViewPr>
    <p:cSldViewPr snapToGrid="0">
      <p:cViewPr varScale="1">
        <p:scale>
          <a:sx n="144" d="100"/>
          <a:sy n="144" d="100"/>
        </p:scale>
        <p:origin x="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dfce81f19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ed751084fe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ed751084fe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ed751084fe_0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ed751084fe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ed751084fe_0_2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ed751084fe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ed751084fe_0_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ed751084fe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ed751084fe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ed751084fe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ed751084fe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3ed751084fe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ec1f69601e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3ec1f69601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3ec1f6960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3ec1f6960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Core idea: flexibility between autoregressive forecast (linear comb. of previous obs) or moving average forecast (comb. of prediction errors)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ec1f69601e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3ec1f69601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Core idea: compute weighted moving average with weights that </a:t>
            </a:r>
            <a:r>
              <a:rPr lang="en">
                <a:solidFill>
                  <a:schemeClr val="dk1"/>
                </a:solidFill>
              </a:rPr>
              <a:t>exponentially decay for older observations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ef08b0854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3ef08b0854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ed751084fe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ed751084f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ed751084fe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3ed751084fe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135e18421cc_13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56000"/>
            <a:ext cx="4160700" cy="23856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41600"/>
            <a:ext cx="4160700" cy="42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225" y="2384250"/>
            <a:ext cx="4344300" cy="915900"/>
          </a:xfrm>
          <a:prstGeom prst="rect">
            <a:avLst/>
          </a:prstGeom>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13225" y="1468350"/>
            <a:ext cx="1264200" cy="9159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a:spLocks noGrp="1"/>
          </p:cNvSpPr>
          <p:nvPr>
            <p:ph type="subTitle" idx="1"/>
          </p:nvPr>
        </p:nvSpPr>
        <p:spPr>
          <a:xfrm>
            <a:off x="713225" y="3300150"/>
            <a:ext cx="4344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grpSp>
        <p:nvGrpSpPr>
          <p:cNvPr id="16" name="Google Shape;16;p4"/>
          <p:cNvGrpSpPr/>
          <p:nvPr/>
        </p:nvGrpSpPr>
        <p:grpSpPr>
          <a:xfrm>
            <a:off x="-247298" y="-446215"/>
            <a:ext cx="9638600" cy="6030088"/>
            <a:chOff x="-247298" y="-446215"/>
            <a:chExt cx="9638600" cy="6030088"/>
          </a:xfrm>
        </p:grpSpPr>
        <p:sp>
          <p:nvSpPr>
            <p:cNvPr id="17" name="Google Shape;17;p4"/>
            <p:cNvSpPr/>
            <p:nvPr/>
          </p:nvSpPr>
          <p:spPr>
            <a:xfrm>
              <a:off x="-247298"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4"/>
            <p:cNvSpPr/>
            <p:nvPr/>
          </p:nvSpPr>
          <p:spPr>
            <a:xfrm>
              <a:off x="29354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p:nvPr/>
          </p:nvSpPr>
          <p:spPr>
            <a:xfrm rot="10800000" flipH="1">
              <a:off x="29354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rot="10800000">
              <a:off x="855259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10800000">
              <a:off x="801175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 name="Google Shape;26;p4"/>
          <p:cNvSpPr txBox="1">
            <a:spLocks noGrp="1"/>
          </p:cNvSpPr>
          <p:nvPr>
            <p:ph type="body" idx="1"/>
          </p:nvPr>
        </p:nvSpPr>
        <p:spPr>
          <a:xfrm>
            <a:off x="720000" y="1215751"/>
            <a:ext cx="7704000" cy="397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grpSp>
        <p:nvGrpSpPr>
          <p:cNvPr id="28" name="Google Shape;28;p5"/>
          <p:cNvGrpSpPr/>
          <p:nvPr/>
        </p:nvGrpSpPr>
        <p:grpSpPr>
          <a:xfrm>
            <a:off x="-247298" y="-446215"/>
            <a:ext cx="9638600" cy="6030088"/>
            <a:chOff x="-247298" y="-446215"/>
            <a:chExt cx="9638600" cy="6030088"/>
          </a:xfrm>
        </p:grpSpPr>
        <p:sp>
          <p:nvSpPr>
            <p:cNvPr id="29" name="Google Shape;29;p5"/>
            <p:cNvSpPr/>
            <p:nvPr/>
          </p:nvSpPr>
          <p:spPr>
            <a:xfrm>
              <a:off x="-247298"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5"/>
            <p:cNvSpPr/>
            <p:nvPr/>
          </p:nvSpPr>
          <p:spPr>
            <a:xfrm>
              <a:off x="29354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5"/>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5"/>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5"/>
            <p:cNvSpPr/>
            <p:nvPr/>
          </p:nvSpPr>
          <p:spPr>
            <a:xfrm rot="10800000" flipH="1">
              <a:off x="29354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10800000">
              <a:off x="855259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rot="10800000">
              <a:off x="801175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 name="Google Shape;38;p5"/>
          <p:cNvSpPr txBox="1">
            <a:spLocks noGrp="1"/>
          </p:cNvSpPr>
          <p:nvPr>
            <p:ph type="subTitle" idx="1"/>
          </p:nvPr>
        </p:nvSpPr>
        <p:spPr>
          <a:xfrm>
            <a:off x="5055284" y="356257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9" name="Google Shape;39;p5"/>
          <p:cNvSpPr txBox="1">
            <a:spLocks noGrp="1"/>
          </p:cNvSpPr>
          <p:nvPr>
            <p:ph type="subTitle" idx="2"/>
          </p:nvPr>
        </p:nvSpPr>
        <p:spPr>
          <a:xfrm>
            <a:off x="1583300" y="356257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0" name="Google Shape;40;p5"/>
          <p:cNvSpPr txBox="1">
            <a:spLocks noGrp="1"/>
          </p:cNvSpPr>
          <p:nvPr>
            <p:ph type="subTitle" idx="3"/>
          </p:nvPr>
        </p:nvSpPr>
        <p:spPr>
          <a:xfrm>
            <a:off x="50552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1" name="Google Shape;41;p5"/>
          <p:cNvSpPr txBox="1">
            <a:spLocks noGrp="1"/>
          </p:cNvSpPr>
          <p:nvPr>
            <p:ph type="subTitle" idx="4"/>
          </p:nvPr>
        </p:nvSpPr>
        <p:spPr>
          <a:xfrm>
            <a:off x="15830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grpSp>
        <p:nvGrpSpPr>
          <p:cNvPr id="43" name="Google Shape;43;p6"/>
          <p:cNvGrpSpPr/>
          <p:nvPr/>
        </p:nvGrpSpPr>
        <p:grpSpPr>
          <a:xfrm>
            <a:off x="-247298" y="-284290"/>
            <a:ext cx="9638600" cy="5868163"/>
            <a:chOff x="-247298" y="-284290"/>
            <a:chExt cx="9638600" cy="5868163"/>
          </a:xfrm>
        </p:grpSpPr>
        <p:sp>
          <p:nvSpPr>
            <p:cNvPr id="44" name="Google Shape;44;p6"/>
            <p:cNvSpPr/>
            <p:nvPr/>
          </p:nvSpPr>
          <p:spPr>
            <a:xfrm>
              <a:off x="-247298"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6"/>
            <p:cNvSpPr/>
            <p:nvPr/>
          </p:nvSpPr>
          <p:spPr>
            <a:xfrm>
              <a:off x="29354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6"/>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6"/>
            <p:cNvSpPr/>
            <p:nvPr/>
          </p:nvSpPr>
          <p:spPr>
            <a:xfrm rot="10800000" flipH="1">
              <a:off x="-125473" y="12348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rot="10800000" flipH="1">
              <a:off x="-125483" y="-2842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p:nvPr/>
          </p:nvSpPr>
          <p:spPr>
            <a:xfrm rot="10800000" flipH="1">
              <a:off x="8424002" y="12348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
            <p:cNvSpPr/>
            <p:nvPr/>
          </p:nvSpPr>
          <p:spPr>
            <a:xfrm rot="10800000" flipH="1">
              <a:off x="8423992" y="-2842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5" name="Google Shape;55;p7"/>
          <p:cNvSpPr txBox="1">
            <a:spLocks noGrp="1"/>
          </p:cNvSpPr>
          <p:nvPr>
            <p:ph type="subTitle" idx="1"/>
          </p:nvPr>
        </p:nvSpPr>
        <p:spPr>
          <a:xfrm>
            <a:off x="720000" y="1652075"/>
            <a:ext cx="4294800" cy="21339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6"/>
        <p:cNvGrpSpPr/>
        <p:nvPr/>
      </p:nvGrpSpPr>
      <p:grpSpPr>
        <a:xfrm>
          <a:off x="0" y="0"/>
          <a:ext cx="0" cy="0"/>
          <a:chOff x="0" y="0"/>
          <a:chExt cx="0" cy="0"/>
        </a:xfrm>
      </p:grpSpPr>
      <p:sp>
        <p:nvSpPr>
          <p:cNvPr id="57" name="Google Shape;57;p8"/>
          <p:cNvSpPr txBox="1">
            <a:spLocks noGrp="1"/>
          </p:cNvSpPr>
          <p:nvPr>
            <p:ph type="title"/>
          </p:nvPr>
        </p:nvSpPr>
        <p:spPr>
          <a:xfrm>
            <a:off x="4292275" y="1663850"/>
            <a:ext cx="4138500" cy="1815900"/>
          </a:xfrm>
          <a:prstGeom prst="rect">
            <a:avLst/>
          </a:prstGeom>
        </p:spPr>
        <p:txBody>
          <a:bodyPr spcFirstLastPara="1" wrap="square" lIns="91425" tIns="91425" rIns="91425" bIns="91425" anchor="ctr" anchorCtr="0">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3862975" y="1655500"/>
            <a:ext cx="4567800" cy="1161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500"/>
              <a:buNone/>
              <a:defRPr sz="6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0" name="Google Shape;60;p9"/>
          <p:cNvSpPr txBox="1">
            <a:spLocks noGrp="1"/>
          </p:cNvSpPr>
          <p:nvPr>
            <p:ph type="subTitle" idx="1"/>
          </p:nvPr>
        </p:nvSpPr>
        <p:spPr>
          <a:xfrm>
            <a:off x="3862975" y="2816925"/>
            <a:ext cx="4567800" cy="67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1"/>
        <p:cNvGrpSpPr/>
        <p:nvPr/>
      </p:nvGrpSpPr>
      <p:grpSpPr>
        <a:xfrm>
          <a:off x="0" y="0"/>
          <a:ext cx="0" cy="0"/>
          <a:chOff x="0" y="0"/>
          <a:chExt cx="0" cy="0"/>
        </a:xfrm>
      </p:grpSpPr>
      <p:sp>
        <p:nvSpPr>
          <p:cNvPr id="62" name="Google Shape;62;p10"/>
          <p:cNvSpPr>
            <a:spLocks noGrp="1"/>
          </p:cNvSpPr>
          <p:nvPr>
            <p:ph type="pic" idx="2"/>
          </p:nvPr>
        </p:nvSpPr>
        <p:spPr>
          <a:xfrm>
            <a:off x="-25" y="-13725"/>
            <a:ext cx="9144000" cy="5157300"/>
          </a:xfrm>
          <a:prstGeom prst="rect">
            <a:avLst/>
          </a:prstGeom>
          <a:noFill/>
          <a:ln>
            <a:noFill/>
          </a:ln>
        </p:spPr>
      </p:sp>
      <p:sp>
        <p:nvSpPr>
          <p:cNvPr id="63" name="Google Shape;63;p10"/>
          <p:cNvSpPr txBox="1">
            <a:spLocks noGrp="1"/>
          </p:cNvSpPr>
          <p:nvPr>
            <p:ph type="title"/>
          </p:nvPr>
        </p:nvSpPr>
        <p:spPr>
          <a:xfrm>
            <a:off x="720000" y="3942625"/>
            <a:ext cx="7704000" cy="6444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4"/>
        <p:cNvGrpSpPr/>
        <p:nvPr/>
      </p:nvGrpSpPr>
      <p:grpSpPr>
        <a:xfrm>
          <a:off x="0" y="0"/>
          <a:ext cx="0" cy="0"/>
          <a:chOff x="0" y="0"/>
          <a:chExt cx="0" cy="0"/>
        </a:xfrm>
      </p:grpSpPr>
      <p:sp>
        <p:nvSpPr>
          <p:cNvPr id="65" name="Google Shape;65;p11"/>
          <p:cNvSpPr txBox="1">
            <a:spLocks noGrp="1"/>
          </p:cNvSpPr>
          <p:nvPr>
            <p:ph type="title" hasCustomPrompt="1"/>
          </p:nvPr>
        </p:nvSpPr>
        <p:spPr>
          <a:xfrm>
            <a:off x="713225" y="1774100"/>
            <a:ext cx="4676100" cy="1098000"/>
          </a:xfrm>
          <a:prstGeom prst="rect">
            <a:avLst/>
          </a:prstGeom>
        </p:spPr>
        <p:txBody>
          <a:bodyPr spcFirstLastPara="1" wrap="square" lIns="91425" tIns="91425" rIns="91425" bIns="91425" anchor="b" anchorCtr="0">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 name="Google Shape;66;p11"/>
          <p:cNvSpPr txBox="1">
            <a:spLocks noGrp="1"/>
          </p:cNvSpPr>
          <p:nvPr>
            <p:ph type="subTitle" idx="1"/>
          </p:nvPr>
        </p:nvSpPr>
        <p:spPr>
          <a:xfrm>
            <a:off x="713225" y="2872275"/>
            <a:ext cx="4676100" cy="4971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8"/>
        <p:cNvGrpSpPr/>
        <p:nvPr/>
      </p:nvGrpSpPr>
      <p:grpSpPr>
        <a:xfrm>
          <a:off x="0" y="0"/>
          <a:ext cx="0" cy="0"/>
          <a:chOff x="0" y="0"/>
          <a:chExt cx="0" cy="0"/>
        </a:xfrm>
      </p:grpSpPr>
      <p:grpSp>
        <p:nvGrpSpPr>
          <p:cNvPr id="69" name="Google Shape;69;p13"/>
          <p:cNvGrpSpPr/>
          <p:nvPr/>
        </p:nvGrpSpPr>
        <p:grpSpPr>
          <a:xfrm>
            <a:off x="-417711" y="-428628"/>
            <a:ext cx="9979385" cy="6000759"/>
            <a:chOff x="-417711" y="-428628"/>
            <a:chExt cx="9979385" cy="6000759"/>
          </a:xfrm>
        </p:grpSpPr>
        <p:sp>
          <p:nvSpPr>
            <p:cNvPr id="70" name="Google Shape;70;p13"/>
            <p:cNvSpPr/>
            <p:nvPr/>
          </p:nvSpPr>
          <p:spPr>
            <a:xfrm>
              <a:off x="421002" y="-4286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3"/>
            <p:cNvSpPr/>
            <p:nvPr/>
          </p:nvSpPr>
          <p:spPr>
            <a:xfrm>
              <a:off x="7884277" y="-4286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8430764" y="554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a:off x="8430764" y="746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125486" y="554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a:off x="-125486" y="746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417711"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8722964"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 name="Google Shape;79;p13"/>
          <p:cNvSpPr txBox="1">
            <a:spLocks noGrp="1"/>
          </p:cNvSpPr>
          <p:nvPr>
            <p:ph type="subTitle" idx="1"/>
          </p:nvPr>
        </p:nvSpPr>
        <p:spPr>
          <a:xfrm>
            <a:off x="720000" y="21784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 name="Google Shape;80;p13"/>
          <p:cNvSpPr txBox="1">
            <a:spLocks noGrp="1"/>
          </p:cNvSpPr>
          <p:nvPr>
            <p:ph type="subTitle" idx="2"/>
          </p:nvPr>
        </p:nvSpPr>
        <p:spPr>
          <a:xfrm>
            <a:off x="3419271" y="21784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1" name="Google Shape;81;p13"/>
          <p:cNvSpPr txBox="1">
            <a:spLocks noGrp="1"/>
          </p:cNvSpPr>
          <p:nvPr>
            <p:ph type="subTitle" idx="3"/>
          </p:nvPr>
        </p:nvSpPr>
        <p:spPr>
          <a:xfrm>
            <a:off x="720000" y="39116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 name="Google Shape;82;p13"/>
          <p:cNvSpPr txBox="1">
            <a:spLocks noGrp="1"/>
          </p:cNvSpPr>
          <p:nvPr>
            <p:ph type="subTitle" idx="4"/>
          </p:nvPr>
        </p:nvSpPr>
        <p:spPr>
          <a:xfrm>
            <a:off x="3419271" y="39116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 name="Google Shape;83;p13"/>
          <p:cNvSpPr txBox="1">
            <a:spLocks noGrp="1"/>
          </p:cNvSpPr>
          <p:nvPr>
            <p:ph type="subTitle" idx="5"/>
          </p:nvPr>
        </p:nvSpPr>
        <p:spPr>
          <a:xfrm>
            <a:off x="6118549" y="21784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 name="Google Shape;84;p13"/>
          <p:cNvSpPr txBox="1">
            <a:spLocks noGrp="1"/>
          </p:cNvSpPr>
          <p:nvPr>
            <p:ph type="subTitle" idx="6"/>
          </p:nvPr>
        </p:nvSpPr>
        <p:spPr>
          <a:xfrm>
            <a:off x="6118549" y="39116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 name="Google Shape;85;p13"/>
          <p:cNvSpPr txBox="1">
            <a:spLocks noGrp="1"/>
          </p:cNvSpPr>
          <p:nvPr>
            <p:ph type="title" idx="7" hasCustomPrompt="1"/>
          </p:nvPr>
        </p:nvSpPr>
        <p:spPr>
          <a:xfrm>
            <a:off x="1505400" y="1206926"/>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title" idx="8" hasCustomPrompt="1"/>
          </p:nvPr>
        </p:nvSpPr>
        <p:spPr>
          <a:xfrm>
            <a:off x="1505400" y="2939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a:spLocks noGrp="1"/>
          </p:cNvSpPr>
          <p:nvPr>
            <p:ph type="title" idx="9" hasCustomPrompt="1"/>
          </p:nvPr>
        </p:nvSpPr>
        <p:spPr>
          <a:xfrm>
            <a:off x="4204671" y="1206926"/>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a:spLocks noGrp="1"/>
          </p:cNvSpPr>
          <p:nvPr>
            <p:ph type="title" idx="13" hasCustomPrompt="1"/>
          </p:nvPr>
        </p:nvSpPr>
        <p:spPr>
          <a:xfrm>
            <a:off x="4204671" y="2939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title" idx="14" hasCustomPrompt="1"/>
          </p:nvPr>
        </p:nvSpPr>
        <p:spPr>
          <a:xfrm>
            <a:off x="6903950" y="1206926"/>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a:spLocks noGrp="1"/>
          </p:cNvSpPr>
          <p:nvPr>
            <p:ph type="title" idx="15" hasCustomPrompt="1"/>
          </p:nvPr>
        </p:nvSpPr>
        <p:spPr>
          <a:xfrm>
            <a:off x="6903950" y="2939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subTitle" idx="16"/>
          </p:nvPr>
        </p:nvSpPr>
        <p:spPr>
          <a:xfrm>
            <a:off x="720000"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2" name="Google Shape;92;p13"/>
          <p:cNvSpPr txBox="1">
            <a:spLocks noGrp="1"/>
          </p:cNvSpPr>
          <p:nvPr>
            <p:ph type="subTitle" idx="17"/>
          </p:nvPr>
        </p:nvSpPr>
        <p:spPr>
          <a:xfrm>
            <a:off x="3419271"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3" name="Google Shape;93;p13"/>
          <p:cNvSpPr txBox="1">
            <a:spLocks noGrp="1"/>
          </p:cNvSpPr>
          <p:nvPr>
            <p:ph type="subTitle" idx="18"/>
          </p:nvPr>
        </p:nvSpPr>
        <p:spPr>
          <a:xfrm>
            <a:off x="6118549"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4" name="Google Shape;94;p13"/>
          <p:cNvSpPr txBox="1">
            <a:spLocks noGrp="1"/>
          </p:cNvSpPr>
          <p:nvPr>
            <p:ph type="subTitle" idx="19"/>
          </p:nvPr>
        </p:nvSpPr>
        <p:spPr>
          <a:xfrm>
            <a:off x="720000"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5" name="Google Shape;95;p13"/>
          <p:cNvSpPr txBox="1">
            <a:spLocks noGrp="1"/>
          </p:cNvSpPr>
          <p:nvPr>
            <p:ph type="subTitle" idx="20"/>
          </p:nvPr>
        </p:nvSpPr>
        <p:spPr>
          <a:xfrm>
            <a:off x="3419271"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6" name="Google Shape;96;p13"/>
          <p:cNvSpPr txBox="1">
            <a:spLocks noGrp="1"/>
          </p:cNvSpPr>
          <p:nvPr>
            <p:ph type="subTitle" idx="21"/>
          </p:nvPr>
        </p:nvSpPr>
        <p:spPr>
          <a:xfrm>
            <a:off x="6118549"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97"/>
        <p:cNvGrpSpPr/>
        <p:nvPr/>
      </p:nvGrpSpPr>
      <p:grpSpPr>
        <a:xfrm>
          <a:off x="0" y="0"/>
          <a:ext cx="0" cy="0"/>
          <a:chOff x="0" y="0"/>
          <a:chExt cx="0" cy="0"/>
        </a:xfrm>
      </p:grpSpPr>
      <p:grpSp>
        <p:nvGrpSpPr>
          <p:cNvPr id="98" name="Google Shape;98;p14"/>
          <p:cNvGrpSpPr/>
          <p:nvPr/>
        </p:nvGrpSpPr>
        <p:grpSpPr>
          <a:xfrm>
            <a:off x="-247298" y="-446215"/>
            <a:ext cx="9638600" cy="6030088"/>
            <a:chOff x="-247298" y="-446215"/>
            <a:chExt cx="9638600" cy="6030088"/>
          </a:xfrm>
        </p:grpSpPr>
        <p:sp>
          <p:nvSpPr>
            <p:cNvPr id="99" name="Google Shape;99;p14"/>
            <p:cNvSpPr/>
            <p:nvPr/>
          </p:nvSpPr>
          <p:spPr>
            <a:xfrm>
              <a:off x="-247298"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4"/>
            <p:cNvSpPr/>
            <p:nvPr/>
          </p:nvSpPr>
          <p:spPr>
            <a:xfrm>
              <a:off x="29354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4"/>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4"/>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4"/>
            <p:cNvSpPr/>
            <p:nvPr/>
          </p:nvSpPr>
          <p:spPr>
            <a:xfrm rot="10800000" flipH="1">
              <a:off x="29354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p:nvPr/>
          </p:nvSpPr>
          <p:spPr>
            <a:xfrm rot="10800000">
              <a:off x="855259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4"/>
            <p:cNvSpPr/>
            <p:nvPr/>
          </p:nvSpPr>
          <p:spPr>
            <a:xfrm rot="10800000">
              <a:off x="801175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14"/>
          <p:cNvSpPr txBox="1">
            <a:spLocks noGrp="1"/>
          </p:cNvSpPr>
          <p:nvPr>
            <p:ph type="title"/>
          </p:nvPr>
        </p:nvSpPr>
        <p:spPr>
          <a:xfrm>
            <a:off x="1226425" y="3229500"/>
            <a:ext cx="6691200" cy="547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8" name="Google Shape;108;p14"/>
          <p:cNvSpPr txBox="1">
            <a:spLocks noGrp="1"/>
          </p:cNvSpPr>
          <p:nvPr>
            <p:ph type="subTitle" idx="1"/>
          </p:nvPr>
        </p:nvSpPr>
        <p:spPr>
          <a:xfrm>
            <a:off x="1226413" y="1366200"/>
            <a:ext cx="6691200" cy="1863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09"/>
        <p:cNvGrpSpPr/>
        <p:nvPr/>
      </p:nvGrpSpPr>
      <p:grpSpPr>
        <a:xfrm>
          <a:off x="0" y="0"/>
          <a:ext cx="0" cy="0"/>
          <a:chOff x="0" y="0"/>
          <a:chExt cx="0" cy="0"/>
        </a:xfrm>
      </p:grpSpPr>
      <p:grpSp>
        <p:nvGrpSpPr>
          <p:cNvPr id="110" name="Google Shape;110;p15"/>
          <p:cNvGrpSpPr/>
          <p:nvPr/>
        </p:nvGrpSpPr>
        <p:grpSpPr>
          <a:xfrm>
            <a:off x="-535133" y="-37823"/>
            <a:ext cx="10207495" cy="5621696"/>
            <a:chOff x="-535133" y="-37823"/>
            <a:chExt cx="10207495" cy="5621696"/>
          </a:xfrm>
        </p:grpSpPr>
        <p:sp>
          <p:nvSpPr>
            <p:cNvPr id="111" name="Google Shape;111;p15"/>
            <p:cNvSpPr/>
            <p:nvPr/>
          </p:nvSpPr>
          <p:spPr>
            <a:xfrm>
              <a:off x="-1254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p:cNvSpPr/>
            <p:nvPr/>
          </p:nvSpPr>
          <p:spPr>
            <a:xfrm>
              <a:off x="-53513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p:cNvSpPr/>
            <p:nvPr/>
          </p:nvSpPr>
          <p:spPr>
            <a:xfrm rot="10800000">
              <a:off x="8833642" y="-378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p:cNvSpPr/>
            <p:nvPr/>
          </p:nvSpPr>
          <p:spPr>
            <a:xfrm rot="10800000">
              <a:off x="8430777" y="4190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p:nvPr/>
          </p:nvSpPr>
          <p:spPr>
            <a:xfrm flipH="1">
              <a:off x="84239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5"/>
            <p:cNvSpPr/>
            <p:nvPr/>
          </p:nvSpPr>
          <p:spPr>
            <a:xfrm flipH="1">
              <a:off x="88336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p:nvPr/>
          </p:nvSpPr>
          <p:spPr>
            <a:xfrm rot="10800000" flipH="1">
              <a:off x="-528348" y="-378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rot="10800000" flipH="1">
              <a:off x="-125483" y="4190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20"/>
        <p:cNvGrpSpPr/>
        <p:nvPr/>
      </p:nvGrpSpPr>
      <p:grpSpPr>
        <a:xfrm>
          <a:off x="0" y="0"/>
          <a:ext cx="0" cy="0"/>
          <a:chOff x="0" y="0"/>
          <a:chExt cx="0" cy="0"/>
        </a:xfrm>
      </p:grpSpPr>
      <p:grpSp>
        <p:nvGrpSpPr>
          <p:cNvPr id="121" name="Google Shape;121;p16"/>
          <p:cNvGrpSpPr/>
          <p:nvPr/>
        </p:nvGrpSpPr>
        <p:grpSpPr>
          <a:xfrm>
            <a:off x="-247298" y="-446215"/>
            <a:ext cx="9638610" cy="6030088"/>
            <a:chOff x="-247298" y="-446215"/>
            <a:chExt cx="9638610" cy="6030088"/>
          </a:xfrm>
        </p:grpSpPr>
        <p:sp>
          <p:nvSpPr>
            <p:cNvPr id="122" name="Google Shape;122;p16"/>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6"/>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6"/>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6"/>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6"/>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6"/>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6"/>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6"/>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 name="Google Shape;130;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131"/>
        <p:cNvGrpSpPr/>
        <p:nvPr/>
      </p:nvGrpSpPr>
      <p:grpSpPr>
        <a:xfrm>
          <a:off x="0" y="0"/>
          <a:ext cx="0" cy="0"/>
          <a:chOff x="0" y="0"/>
          <a:chExt cx="0" cy="0"/>
        </a:xfrm>
      </p:grpSpPr>
      <p:grpSp>
        <p:nvGrpSpPr>
          <p:cNvPr id="132" name="Google Shape;132;p17"/>
          <p:cNvGrpSpPr/>
          <p:nvPr/>
        </p:nvGrpSpPr>
        <p:grpSpPr>
          <a:xfrm>
            <a:off x="-548808" y="-584898"/>
            <a:ext cx="10241610" cy="6168779"/>
            <a:chOff x="-548808" y="-584898"/>
            <a:chExt cx="10241610" cy="6168779"/>
          </a:xfrm>
        </p:grpSpPr>
        <p:sp>
          <p:nvSpPr>
            <p:cNvPr id="133" name="Google Shape;133;p17"/>
            <p:cNvSpPr/>
            <p:nvPr/>
          </p:nvSpPr>
          <p:spPr>
            <a:xfrm>
              <a:off x="293877" y="46157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7"/>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7"/>
            <p:cNvSpPr/>
            <p:nvPr/>
          </p:nvSpPr>
          <p:spPr>
            <a:xfrm rot="10800000" flipH="1">
              <a:off x="-129123" y="44966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7"/>
            <p:cNvSpPr/>
            <p:nvPr/>
          </p:nvSpPr>
          <p:spPr>
            <a:xfrm rot="10800000" flipH="1">
              <a:off x="-548808" y="449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7"/>
            <p:cNvSpPr/>
            <p:nvPr/>
          </p:nvSpPr>
          <p:spPr>
            <a:xfrm>
              <a:off x="185192" y="-58489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7"/>
            <p:cNvSpPr/>
            <p:nvPr/>
          </p:nvSpPr>
          <p:spPr>
            <a:xfrm rot="10800000">
              <a:off x="8434407" y="44966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7"/>
            <p:cNvSpPr/>
            <p:nvPr/>
          </p:nvSpPr>
          <p:spPr>
            <a:xfrm rot="10800000">
              <a:off x="8854092" y="449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7"/>
            <p:cNvSpPr/>
            <p:nvPr/>
          </p:nvSpPr>
          <p:spPr>
            <a:xfrm flipH="1">
              <a:off x="8120092" y="-58489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 name="Google Shape;14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TITLE_ONLY_4">
    <p:spTree>
      <p:nvGrpSpPr>
        <p:cNvPr id="1" name="Shape 142"/>
        <p:cNvGrpSpPr/>
        <p:nvPr/>
      </p:nvGrpSpPr>
      <p:grpSpPr>
        <a:xfrm>
          <a:off x="0" y="0"/>
          <a:ext cx="0" cy="0"/>
          <a:chOff x="0" y="0"/>
          <a:chExt cx="0" cy="0"/>
        </a:xfrm>
      </p:grpSpPr>
      <p:sp>
        <p:nvSpPr>
          <p:cNvPr id="143" name="Google Shape;143;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44" name="Google Shape;144;p18"/>
          <p:cNvGrpSpPr/>
          <p:nvPr/>
        </p:nvGrpSpPr>
        <p:grpSpPr>
          <a:xfrm>
            <a:off x="-476796" y="2900252"/>
            <a:ext cx="10097585" cy="2865204"/>
            <a:chOff x="-476796" y="2900252"/>
            <a:chExt cx="10097585" cy="2865204"/>
          </a:xfrm>
        </p:grpSpPr>
        <p:grpSp>
          <p:nvGrpSpPr>
            <p:cNvPr id="145" name="Google Shape;145;p18"/>
            <p:cNvGrpSpPr/>
            <p:nvPr/>
          </p:nvGrpSpPr>
          <p:grpSpPr>
            <a:xfrm>
              <a:off x="-476796" y="2900252"/>
              <a:ext cx="10097585" cy="2865204"/>
              <a:chOff x="-476796" y="2900252"/>
              <a:chExt cx="10097585" cy="2865204"/>
            </a:xfrm>
          </p:grpSpPr>
          <p:sp>
            <p:nvSpPr>
              <p:cNvPr id="146" name="Google Shape;146;p18"/>
              <p:cNvSpPr/>
              <p:nvPr/>
            </p:nvSpPr>
            <p:spPr>
              <a:xfrm rot="10800000" flipH="1">
                <a:off x="-266661"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8"/>
              <p:cNvSpPr/>
              <p:nvPr/>
            </p:nvSpPr>
            <p:spPr>
              <a:xfrm>
                <a:off x="-90736"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8"/>
              <p:cNvSpPr/>
              <p:nvPr/>
            </p:nvSpPr>
            <p:spPr>
              <a:xfrm>
                <a:off x="-476796"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8"/>
              <p:cNvSpPr/>
              <p:nvPr/>
            </p:nvSpPr>
            <p:spPr>
              <a:xfrm rot="10800000">
                <a:off x="8571944"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8"/>
              <p:cNvSpPr/>
              <p:nvPr/>
            </p:nvSpPr>
            <p:spPr>
              <a:xfrm flipH="1">
                <a:off x="8396019"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8"/>
              <p:cNvSpPr/>
              <p:nvPr/>
            </p:nvSpPr>
            <p:spPr>
              <a:xfrm flipH="1">
                <a:off x="8782079"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8"/>
              <p:cNvSpPr/>
              <p:nvPr/>
            </p:nvSpPr>
            <p:spPr>
              <a:xfrm rot="10800000">
                <a:off x="8009979"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 name="Google Shape;153;p18"/>
            <p:cNvSpPr/>
            <p:nvPr/>
          </p:nvSpPr>
          <p:spPr>
            <a:xfrm rot="10800000" flipH="1">
              <a:off x="293867"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54"/>
        <p:cNvGrpSpPr/>
        <p:nvPr/>
      </p:nvGrpSpPr>
      <p:grpSpPr>
        <a:xfrm>
          <a:off x="0" y="0"/>
          <a:ext cx="0" cy="0"/>
          <a:chOff x="0" y="0"/>
          <a:chExt cx="0" cy="0"/>
        </a:xfrm>
      </p:grpSpPr>
      <p:grpSp>
        <p:nvGrpSpPr>
          <p:cNvPr id="155" name="Google Shape;155;p19"/>
          <p:cNvGrpSpPr/>
          <p:nvPr/>
        </p:nvGrpSpPr>
        <p:grpSpPr>
          <a:xfrm>
            <a:off x="-145083" y="-503840"/>
            <a:ext cx="9434170" cy="6151188"/>
            <a:chOff x="-145083" y="-503840"/>
            <a:chExt cx="9434170" cy="6151188"/>
          </a:xfrm>
        </p:grpSpPr>
        <p:sp>
          <p:nvSpPr>
            <p:cNvPr id="156" name="Google Shape;156;p19"/>
            <p:cNvSpPr/>
            <p:nvPr/>
          </p:nvSpPr>
          <p:spPr>
            <a:xfrm rot="10800000" flipH="1">
              <a:off x="534577" y="46792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9"/>
            <p:cNvSpPr/>
            <p:nvPr/>
          </p:nvSpPr>
          <p:spPr>
            <a:xfrm>
              <a:off x="-145073" y="392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9"/>
            <p:cNvSpPr/>
            <p:nvPr/>
          </p:nvSpPr>
          <p:spPr>
            <a:xfrm>
              <a:off x="-145083" y="44198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9"/>
            <p:cNvSpPr/>
            <p:nvPr/>
          </p:nvSpPr>
          <p:spPr>
            <a:xfrm flipH="1">
              <a:off x="8430777" y="46443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9"/>
            <p:cNvSpPr/>
            <p:nvPr/>
          </p:nvSpPr>
          <p:spPr>
            <a:xfrm rot="10800000" flipH="1">
              <a:off x="-125483" y="-4286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9"/>
            <p:cNvSpPr/>
            <p:nvPr/>
          </p:nvSpPr>
          <p:spPr>
            <a:xfrm flipH="1">
              <a:off x="7770717" y="-50384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9"/>
            <p:cNvSpPr/>
            <p:nvPr/>
          </p:nvSpPr>
          <p:spPr>
            <a:xfrm rot="10800000">
              <a:off x="8450367" y="2513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9"/>
            <p:cNvSpPr/>
            <p:nvPr/>
          </p:nvSpPr>
          <p:spPr>
            <a:xfrm rot="10800000">
              <a:off x="8450377" y="-24444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19"/>
          <p:cNvSpPr txBox="1">
            <a:spLocks noGrp="1"/>
          </p:cNvSpPr>
          <p:nvPr>
            <p:ph type="title"/>
          </p:nvPr>
        </p:nvSpPr>
        <p:spPr>
          <a:xfrm>
            <a:off x="720000" y="1270313"/>
            <a:ext cx="3777300" cy="1709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5" name="Google Shape;165;p19"/>
          <p:cNvSpPr txBox="1">
            <a:spLocks noGrp="1"/>
          </p:cNvSpPr>
          <p:nvPr>
            <p:ph type="subTitle" idx="1"/>
          </p:nvPr>
        </p:nvSpPr>
        <p:spPr>
          <a:xfrm>
            <a:off x="720000" y="2979813"/>
            <a:ext cx="3777300" cy="893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6" name="Google Shape;166;p19"/>
          <p:cNvSpPr>
            <a:spLocks noGrp="1"/>
          </p:cNvSpPr>
          <p:nvPr>
            <p:ph type="pic" idx="2"/>
          </p:nvPr>
        </p:nvSpPr>
        <p:spPr>
          <a:xfrm>
            <a:off x="5121925" y="1060325"/>
            <a:ext cx="3109200" cy="31092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67"/>
        <p:cNvGrpSpPr/>
        <p:nvPr/>
      </p:nvGrpSpPr>
      <p:grpSpPr>
        <a:xfrm>
          <a:off x="0" y="0"/>
          <a:ext cx="0" cy="0"/>
          <a:chOff x="0" y="0"/>
          <a:chExt cx="0" cy="0"/>
        </a:xfrm>
      </p:grpSpPr>
      <p:grpSp>
        <p:nvGrpSpPr>
          <p:cNvPr id="168" name="Google Shape;168;p20"/>
          <p:cNvGrpSpPr/>
          <p:nvPr/>
        </p:nvGrpSpPr>
        <p:grpSpPr>
          <a:xfrm>
            <a:off x="-247298" y="-446215"/>
            <a:ext cx="9638600" cy="6030088"/>
            <a:chOff x="-247298" y="-446215"/>
            <a:chExt cx="9638600" cy="6030088"/>
          </a:xfrm>
        </p:grpSpPr>
        <p:sp>
          <p:nvSpPr>
            <p:cNvPr id="169" name="Google Shape;169;p20"/>
            <p:cNvSpPr/>
            <p:nvPr/>
          </p:nvSpPr>
          <p:spPr>
            <a:xfrm>
              <a:off x="-125473" y="44532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0"/>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0"/>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0"/>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0"/>
            <p:cNvSpPr/>
            <p:nvPr/>
          </p:nvSpPr>
          <p:spPr>
            <a:xfrm rot="10800000" flipH="1">
              <a:off x="29354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0"/>
            <p:cNvSpPr/>
            <p:nvPr/>
          </p:nvSpPr>
          <p:spPr>
            <a:xfrm rot="10800000">
              <a:off x="8430767" y="-4042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0"/>
            <p:cNvSpPr/>
            <p:nvPr/>
          </p:nvSpPr>
          <p:spPr>
            <a:xfrm>
              <a:off x="-125483" y="39965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0"/>
            <p:cNvSpPr/>
            <p:nvPr/>
          </p:nvSpPr>
          <p:spPr>
            <a:xfrm>
              <a:off x="8430767" y="4683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20"/>
          <p:cNvSpPr txBox="1">
            <a:spLocks noGrp="1"/>
          </p:cNvSpPr>
          <p:nvPr>
            <p:ph type="title"/>
          </p:nvPr>
        </p:nvSpPr>
        <p:spPr>
          <a:xfrm>
            <a:off x="720000" y="1637550"/>
            <a:ext cx="3597900" cy="1063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8" name="Google Shape;178;p20"/>
          <p:cNvSpPr txBox="1">
            <a:spLocks noGrp="1"/>
          </p:cNvSpPr>
          <p:nvPr>
            <p:ph type="subTitle" idx="1"/>
          </p:nvPr>
        </p:nvSpPr>
        <p:spPr>
          <a:xfrm>
            <a:off x="720000" y="2700750"/>
            <a:ext cx="3597900" cy="80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79"/>
        <p:cNvGrpSpPr/>
        <p:nvPr/>
      </p:nvGrpSpPr>
      <p:grpSpPr>
        <a:xfrm>
          <a:off x="0" y="0"/>
          <a:ext cx="0" cy="0"/>
          <a:chOff x="0" y="0"/>
          <a:chExt cx="0" cy="0"/>
        </a:xfrm>
      </p:grpSpPr>
      <p:grpSp>
        <p:nvGrpSpPr>
          <p:cNvPr id="180" name="Google Shape;180;p21"/>
          <p:cNvGrpSpPr/>
          <p:nvPr/>
        </p:nvGrpSpPr>
        <p:grpSpPr>
          <a:xfrm flipH="1">
            <a:off x="-247298" y="-446215"/>
            <a:ext cx="9638600" cy="6030088"/>
            <a:chOff x="-247298" y="-446215"/>
            <a:chExt cx="9638600" cy="6030088"/>
          </a:xfrm>
        </p:grpSpPr>
        <p:sp>
          <p:nvSpPr>
            <p:cNvPr id="181" name="Google Shape;181;p21"/>
            <p:cNvSpPr/>
            <p:nvPr/>
          </p:nvSpPr>
          <p:spPr>
            <a:xfrm>
              <a:off x="-125473" y="44532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1"/>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1"/>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1"/>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1"/>
            <p:cNvSpPr/>
            <p:nvPr/>
          </p:nvSpPr>
          <p:spPr>
            <a:xfrm rot="10800000" flipH="1">
              <a:off x="29354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1"/>
            <p:cNvSpPr/>
            <p:nvPr/>
          </p:nvSpPr>
          <p:spPr>
            <a:xfrm rot="10800000">
              <a:off x="8430767" y="-4042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1"/>
            <p:cNvSpPr/>
            <p:nvPr/>
          </p:nvSpPr>
          <p:spPr>
            <a:xfrm>
              <a:off x="-125483" y="39965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1"/>
            <p:cNvSpPr/>
            <p:nvPr/>
          </p:nvSpPr>
          <p:spPr>
            <a:xfrm>
              <a:off x="8430767" y="4683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 name="Google Shape;189;p21"/>
          <p:cNvSpPr txBox="1">
            <a:spLocks noGrp="1"/>
          </p:cNvSpPr>
          <p:nvPr>
            <p:ph type="title"/>
          </p:nvPr>
        </p:nvSpPr>
        <p:spPr>
          <a:xfrm>
            <a:off x="4837200" y="1796350"/>
            <a:ext cx="3593400" cy="6447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0" name="Google Shape;190;p21"/>
          <p:cNvSpPr txBox="1">
            <a:spLocks noGrp="1"/>
          </p:cNvSpPr>
          <p:nvPr>
            <p:ph type="subTitle" idx="1"/>
          </p:nvPr>
        </p:nvSpPr>
        <p:spPr>
          <a:xfrm>
            <a:off x="4837375" y="2441150"/>
            <a:ext cx="3593400" cy="9060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TITLE_AND_BODY_1">
    <p:spTree>
      <p:nvGrpSpPr>
        <p:cNvPr id="1" name="Shape 191"/>
        <p:cNvGrpSpPr/>
        <p:nvPr/>
      </p:nvGrpSpPr>
      <p:grpSpPr>
        <a:xfrm>
          <a:off x="0" y="0"/>
          <a:ext cx="0" cy="0"/>
          <a:chOff x="0" y="0"/>
          <a:chExt cx="0" cy="0"/>
        </a:xfrm>
      </p:grpSpPr>
      <p:grpSp>
        <p:nvGrpSpPr>
          <p:cNvPr id="192" name="Google Shape;192;p22"/>
          <p:cNvGrpSpPr/>
          <p:nvPr/>
        </p:nvGrpSpPr>
        <p:grpSpPr>
          <a:xfrm>
            <a:off x="-247298" y="-446215"/>
            <a:ext cx="9638600" cy="6030088"/>
            <a:chOff x="-247298" y="-446215"/>
            <a:chExt cx="9638600" cy="6030088"/>
          </a:xfrm>
        </p:grpSpPr>
        <p:sp>
          <p:nvSpPr>
            <p:cNvPr id="193" name="Google Shape;193;p22"/>
            <p:cNvSpPr/>
            <p:nvPr/>
          </p:nvSpPr>
          <p:spPr>
            <a:xfrm>
              <a:off x="-247298"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2"/>
            <p:cNvSpPr/>
            <p:nvPr/>
          </p:nvSpPr>
          <p:spPr>
            <a:xfrm>
              <a:off x="29354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2"/>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2"/>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2"/>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2"/>
            <p:cNvSpPr/>
            <p:nvPr/>
          </p:nvSpPr>
          <p:spPr>
            <a:xfrm rot="10800000" flipH="1">
              <a:off x="29354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2"/>
            <p:cNvSpPr/>
            <p:nvPr/>
          </p:nvSpPr>
          <p:spPr>
            <a:xfrm rot="10800000">
              <a:off x="855259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2"/>
            <p:cNvSpPr/>
            <p:nvPr/>
          </p:nvSpPr>
          <p:spPr>
            <a:xfrm rot="10800000">
              <a:off x="801175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1" name="Google Shape;201;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2" name="Google Shape;202;p22"/>
          <p:cNvSpPr txBox="1">
            <a:spLocks noGrp="1"/>
          </p:cNvSpPr>
          <p:nvPr>
            <p:ph type="body" idx="1"/>
          </p:nvPr>
        </p:nvSpPr>
        <p:spPr>
          <a:xfrm>
            <a:off x="720000" y="1215742"/>
            <a:ext cx="7704000" cy="10221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Clr>
                <a:srgbClr val="1A1A1A"/>
              </a:buClr>
              <a:buSzPts val="1400"/>
              <a:buFont typeface="Nunito Light"/>
              <a:buChar char="○"/>
              <a:defRPr/>
            </a:lvl2pPr>
            <a:lvl3pPr marL="1371600" lvl="2" indent="-317500" rtl="0">
              <a:lnSpc>
                <a:spcPct val="100000"/>
              </a:lnSpc>
              <a:spcBef>
                <a:spcPts val="0"/>
              </a:spcBef>
              <a:spcAft>
                <a:spcPts val="0"/>
              </a:spcAft>
              <a:buClr>
                <a:srgbClr val="1A1A1A"/>
              </a:buClr>
              <a:buSzPts val="1400"/>
              <a:buFont typeface="Nunito Light"/>
              <a:buChar char="■"/>
              <a:defRPr/>
            </a:lvl3pPr>
            <a:lvl4pPr marL="1828800" lvl="3" indent="-317500" rtl="0">
              <a:lnSpc>
                <a:spcPct val="100000"/>
              </a:lnSpc>
              <a:spcBef>
                <a:spcPts val="0"/>
              </a:spcBef>
              <a:spcAft>
                <a:spcPts val="0"/>
              </a:spcAft>
              <a:buClr>
                <a:srgbClr val="1A1A1A"/>
              </a:buClr>
              <a:buSzPts val="1400"/>
              <a:buFont typeface="Nunito Light"/>
              <a:buChar char="●"/>
              <a:defRPr/>
            </a:lvl4pPr>
            <a:lvl5pPr marL="2286000" lvl="4" indent="-317500" rtl="0">
              <a:lnSpc>
                <a:spcPct val="100000"/>
              </a:lnSpc>
              <a:spcBef>
                <a:spcPts val="0"/>
              </a:spcBef>
              <a:spcAft>
                <a:spcPts val="0"/>
              </a:spcAft>
              <a:buClr>
                <a:srgbClr val="1A1A1A"/>
              </a:buClr>
              <a:buSzPts val="1400"/>
              <a:buFont typeface="Nunito Light"/>
              <a:buChar char="○"/>
              <a:defRPr/>
            </a:lvl5pPr>
            <a:lvl6pPr marL="2743200" lvl="5" indent="-317500" rtl="0">
              <a:lnSpc>
                <a:spcPct val="100000"/>
              </a:lnSpc>
              <a:spcBef>
                <a:spcPts val="0"/>
              </a:spcBef>
              <a:spcAft>
                <a:spcPts val="0"/>
              </a:spcAft>
              <a:buClr>
                <a:srgbClr val="1A1A1A"/>
              </a:buClr>
              <a:buSzPts val="1400"/>
              <a:buFont typeface="Nunito Light"/>
              <a:buChar char="■"/>
              <a:defRPr/>
            </a:lvl6pPr>
            <a:lvl7pPr marL="3200400" lvl="6" indent="-317500" rtl="0">
              <a:lnSpc>
                <a:spcPct val="100000"/>
              </a:lnSpc>
              <a:spcBef>
                <a:spcPts val="0"/>
              </a:spcBef>
              <a:spcAft>
                <a:spcPts val="0"/>
              </a:spcAft>
              <a:buClr>
                <a:srgbClr val="1A1A1A"/>
              </a:buClr>
              <a:buSzPts val="1400"/>
              <a:buFont typeface="Nunito Light"/>
              <a:buChar char="●"/>
              <a:defRPr/>
            </a:lvl7pPr>
            <a:lvl8pPr marL="3657600" lvl="7" indent="-317500" rtl="0">
              <a:lnSpc>
                <a:spcPct val="100000"/>
              </a:lnSpc>
              <a:spcBef>
                <a:spcPts val="0"/>
              </a:spcBef>
              <a:spcAft>
                <a:spcPts val="0"/>
              </a:spcAft>
              <a:buClr>
                <a:srgbClr val="1A1A1A"/>
              </a:buClr>
              <a:buSzPts val="1400"/>
              <a:buFont typeface="Nunito Light"/>
              <a:buChar char="○"/>
              <a:defRPr/>
            </a:lvl8pPr>
            <a:lvl9pPr marL="4114800" lvl="8" indent="-317500" rtl="0">
              <a:lnSpc>
                <a:spcPct val="100000"/>
              </a:lnSpc>
              <a:spcBef>
                <a:spcPts val="0"/>
              </a:spcBef>
              <a:spcAft>
                <a:spcPts val="0"/>
              </a:spcAft>
              <a:buClr>
                <a:srgbClr val="1A1A1A"/>
              </a:buClr>
              <a:buSzPts val="1400"/>
              <a:buFont typeface="Nunito Light"/>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4">
  <p:cSld name="TITLE_AND_BODY_1_1">
    <p:spTree>
      <p:nvGrpSpPr>
        <p:cNvPr id="1" name="Shape 203"/>
        <p:cNvGrpSpPr/>
        <p:nvPr/>
      </p:nvGrpSpPr>
      <p:grpSpPr>
        <a:xfrm>
          <a:off x="0" y="0"/>
          <a:ext cx="0" cy="0"/>
          <a:chOff x="0" y="0"/>
          <a:chExt cx="0" cy="0"/>
        </a:xfrm>
      </p:grpSpPr>
      <p:grpSp>
        <p:nvGrpSpPr>
          <p:cNvPr id="204" name="Google Shape;204;p23"/>
          <p:cNvGrpSpPr/>
          <p:nvPr/>
        </p:nvGrpSpPr>
        <p:grpSpPr>
          <a:xfrm>
            <a:off x="-535133" y="-37823"/>
            <a:ext cx="10207495" cy="5621696"/>
            <a:chOff x="-535133" y="-37823"/>
            <a:chExt cx="10207495" cy="5621696"/>
          </a:xfrm>
        </p:grpSpPr>
        <p:sp>
          <p:nvSpPr>
            <p:cNvPr id="205" name="Google Shape;205;p23"/>
            <p:cNvSpPr/>
            <p:nvPr/>
          </p:nvSpPr>
          <p:spPr>
            <a:xfrm>
              <a:off x="-1254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3"/>
            <p:cNvSpPr/>
            <p:nvPr/>
          </p:nvSpPr>
          <p:spPr>
            <a:xfrm>
              <a:off x="-53513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3"/>
            <p:cNvSpPr/>
            <p:nvPr/>
          </p:nvSpPr>
          <p:spPr>
            <a:xfrm rot="10800000">
              <a:off x="8833642" y="-378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3"/>
            <p:cNvSpPr/>
            <p:nvPr/>
          </p:nvSpPr>
          <p:spPr>
            <a:xfrm rot="10800000">
              <a:off x="8430777" y="4190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3"/>
            <p:cNvSpPr/>
            <p:nvPr/>
          </p:nvSpPr>
          <p:spPr>
            <a:xfrm flipH="1">
              <a:off x="84239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3"/>
            <p:cNvSpPr/>
            <p:nvPr/>
          </p:nvSpPr>
          <p:spPr>
            <a:xfrm flipH="1">
              <a:off x="88336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3"/>
            <p:cNvSpPr/>
            <p:nvPr/>
          </p:nvSpPr>
          <p:spPr>
            <a:xfrm rot="10800000" flipH="1">
              <a:off x="-528348" y="-378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3"/>
            <p:cNvSpPr/>
            <p:nvPr/>
          </p:nvSpPr>
          <p:spPr>
            <a:xfrm rot="10800000" flipH="1">
              <a:off x="-125483" y="4190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 name="Google Shape;213;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4" name="Google Shape;214;p23"/>
          <p:cNvSpPr txBox="1">
            <a:spLocks noGrp="1"/>
          </p:cNvSpPr>
          <p:nvPr>
            <p:ph type="body" idx="1"/>
          </p:nvPr>
        </p:nvSpPr>
        <p:spPr>
          <a:xfrm>
            <a:off x="720000" y="1215749"/>
            <a:ext cx="7704000" cy="3145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Clr>
                <a:srgbClr val="1A1A1A"/>
              </a:buClr>
              <a:buSzPts val="1400"/>
              <a:buFont typeface="Nunito Light"/>
              <a:buChar char="○"/>
              <a:defRPr/>
            </a:lvl2pPr>
            <a:lvl3pPr marL="1371600" lvl="2" indent="-317500" rtl="0">
              <a:lnSpc>
                <a:spcPct val="100000"/>
              </a:lnSpc>
              <a:spcBef>
                <a:spcPts val="0"/>
              </a:spcBef>
              <a:spcAft>
                <a:spcPts val="0"/>
              </a:spcAft>
              <a:buClr>
                <a:srgbClr val="1A1A1A"/>
              </a:buClr>
              <a:buSzPts val="1400"/>
              <a:buFont typeface="Nunito Light"/>
              <a:buChar char="■"/>
              <a:defRPr/>
            </a:lvl3pPr>
            <a:lvl4pPr marL="1828800" lvl="3" indent="-317500" rtl="0">
              <a:lnSpc>
                <a:spcPct val="100000"/>
              </a:lnSpc>
              <a:spcBef>
                <a:spcPts val="0"/>
              </a:spcBef>
              <a:spcAft>
                <a:spcPts val="0"/>
              </a:spcAft>
              <a:buClr>
                <a:srgbClr val="1A1A1A"/>
              </a:buClr>
              <a:buSzPts val="1400"/>
              <a:buFont typeface="Nunito Light"/>
              <a:buChar char="●"/>
              <a:defRPr/>
            </a:lvl4pPr>
            <a:lvl5pPr marL="2286000" lvl="4" indent="-317500" rtl="0">
              <a:lnSpc>
                <a:spcPct val="100000"/>
              </a:lnSpc>
              <a:spcBef>
                <a:spcPts val="0"/>
              </a:spcBef>
              <a:spcAft>
                <a:spcPts val="0"/>
              </a:spcAft>
              <a:buClr>
                <a:srgbClr val="1A1A1A"/>
              </a:buClr>
              <a:buSzPts val="1400"/>
              <a:buFont typeface="Nunito Light"/>
              <a:buChar char="○"/>
              <a:defRPr/>
            </a:lvl5pPr>
            <a:lvl6pPr marL="2743200" lvl="5" indent="-317500" rtl="0">
              <a:lnSpc>
                <a:spcPct val="100000"/>
              </a:lnSpc>
              <a:spcBef>
                <a:spcPts val="0"/>
              </a:spcBef>
              <a:spcAft>
                <a:spcPts val="0"/>
              </a:spcAft>
              <a:buClr>
                <a:srgbClr val="1A1A1A"/>
              </a:buClr>
              <a:buSzPts val="1400"/>
              <a:buFont typeface="Nunito Light"/>
              <a:buChar char="■"/>
              <a:defRPr/>
            </a:lvl6pPr>
            <a:lvl7pPr marL="3200400" lvl="6" indent="-317500" rtl="0">
              <a:lnSpc>
                <a:spcPct val="100000"/>
              </a:lnSpc>
              <a:spcBef>
                <a:spcPts val="0"/>
              </a:spcBef>
              <a:spcAft>
                <a:spcPts val="0"/>
              </a:spcAft>
              <a:buClr>
                <a:srgbClr val="1A1A1A"/>
              </a:buClr>
              <a:buSzPts val="1400"/>
              <a:buFont typeface="Nunito Light"/>
              <a:buChar char="●"/>
              <a:defRPr/>
            </a:lvl7pPr>
            <a:lvl8pPr marL="3657600" lvl="7" indent="-317500" rtl="0">
              <a:lnSpc>
                <a:spcPct val="100000"/>
              </a:lnSpc>
              <a:spcBef>
                <a:spcPts val="0"/>
              </a:spcBef>
              <a:spcAft>
                <a:spcPts val="0"/>
              </a:spcAft>
              <a:buClr>
                <a:srgbClr val="1A1A1A"/>
              </a:buClr>
              <a:buSzPts val="1400"/>
              <a:buFont typeface="Nunito Light"/>
              <a:buChar char="○"/>
              <a:defRPr/>
            </a:lvl8pPr>
            <a:lvl9pPr marL="4114800" lvl="8" indent="-317500" rtl="0">
              <a:lnSpc>
                <a:spcPct val="100000"/>
              </a:lnSpc>
              <a:spcBef>
                <a:spcPts val="0"/>
              </a:spcBef>
              <a:spcAft>
                <a:spcPts val="0"/>
              </a:spcAft>
              <a:buClr>
                <a:srgbClr val="1A1A1A"/>
              </a:buClr>
              <a:buSzPts val="1400"/>
              <a:buFont typeface="Nunito Light"/>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15"/>
        <p:cNvGrpSpPr/>
        <p:nvPr/>
      </p:nvGrpSpPr>
      <p:grpSpPr>
        <a:xfrm>
          <a:off x="0" y="0"/>
          <a:ext cx="0" cy="0"/>
          <a:chOff x="0" y="0"/>
          <a:chExt cx="0" cy="0"/>
        </a:xfrm>
      </p:grpSpPr>
      <p:grpSp>
        <p:nvGrpSpPr>
          <p:cNvPr id="216" name="Google Shape;216;p24"/>
          <p:cNvGrpSpPr/>
          <p:nvPr/>
        </p:nvGrpSpPr>
        <p:grpSpPr>
          <a:xfrm>
            <a:off x="-310473" y="3500727"/>
            <a:ext cx="9764950" cy="2327954"/>
            <a:chOff x="-310473" y="3500727"/>
            <a:chExt cx="9764950" cy="2327954"/>
          </a:xfrm>
        </p:grpSpPr>
        <p:sp>
          <p:nvSpPr>
            <p:cNvPr id="217" name="Google Shape;217;p24"/>
            <p:cNvSpPr/>
            <p:nvPr/>
          </p:nvSpPr>
          <p:spPr>
            <a:xfrm rot="10800000" flipH="1">
              <a:off x="927364" y="46300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4"/>
            <p:cNvSpPr/>
            <p:nvPr/>
          </p:nvSpPr>
          <p:spPr>
            <a:xfrm rot="10800000" flipH="1">
              <a:off x="273054" y="48605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4"/>
            <p:cNvSpPr/>
            <p:nvPr/>
          </p:nvSpPr>
          <p:spPr>
            <a:xfrm>
              <a:off x="-310473" y="39963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4"/>
            <p:cNvSpPr/>
            <p:nvPr/>
          </p:nvSpPr>
          <p:spPr>
            <a:xfrm>
              <a:off x="-125483" y="35007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4"/>
            <p:cNvSpPr/>
            <p:nvPr/>
          </p:nvSpPr>
          <p:spPr>
            <a:xfrm flipH="1">
              <a:off x="8615767" y="39963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4"/>
            <p:cNvSpPr/>
            <p:nvPr/>
          </p:nvSpPr>
          <p:spPr>
            <a:xfrm flipH="1">
              <a:off x="8424002" y="35007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4"/>
            <p:cNvSpPr/>
            <p:nvPr/>
          </p:nvSpPr>
          <p:spPr>
            <a:xfrm rot="10800000">
              <a:off x="7377929" y="46300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4"/>
            <p:cNvSpPr/>
            <p:nvPr/>
          </p:nvSpPr>
          <p:spPr>
            <a:xfrm rot="10800000">
              <a:off x="8032239" y="48605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225;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6" name="Google Shape;226;p24"/>
          <p:cNvSpPr txBox="1">
            <a:spLocks noGrp="1"/>
          </p:cNvSpPr>
          <p:nvPr>
            <p:ph type="subTitle" idx="1"/>
          </p:nvPr>
        </p:nvSpPr>
        <p:spPr>
          <a:xfrm>
            <a:off x="4821081" y="2782975"/>
            <a:ext cx="2844000" cy="11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7" name="Google Shape;227;p24"/>
          <p:cNvSpPr txBox="1">
            <a:spLocks noGrp="1"/>
          </p:cNvSpPr>
          <p:nvPr>
            <p:ph type="subTitle" idx="2"/>
          </p:nvPr>
        </p:nvSpPr>
        <p:spPr>
          <a:xfrm>
            <a:off x="1478950" y="2782975"/>
            <a:ext cx="2844000" cy="11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8" name="Google Shape;228;p24"/>
          <p:cNvSpPr txBox="1">
            <a:spLocks noGrp="1"/>
          </p:cNvSpPr>
          <p:nvPr>
            <p:ph type="subTitle" idx="3"/>
          </p:nvPr>
        </p:nvSpPr>
        <p:spPr>
          <a:xfrm>
            <a:off x="1478950" y="2370625"/>
            <a:ext cx="28440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29" name="Google Shape;229;p24"/>
          <p:cNvSpPr txBox="1">
            <a:spLocks noGrp="1"/>
          </p:cNvSpPr>
          <p:nvPr>
            <p:ph type="subTitle" idx="4"/>
          </p:nvPr>
        </p:nvSpPr>
        <p:spPr>
          <a:xfrm>
            <a:off x="4821091" y="2370625"/>
            <a:ext cx="28440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30"/>
        <p:cNvGrpSpPr/>
        <p:nvPr/>
      </p:nvGrpSpPr>
      <p:grpSpPr>
        <a:xfrm>
          <a:off x="0" y="0"/>
          <a:ext cx="0" cy="0"/>
          <a:chOff x="0" y="0"/>
          <a:chExt cx="0" cy="0"/>
        </a:xfrm>
      </p:grpSpPr>
      <p:grpSp>
        <p:nvGrpSpPr>
          <p:cNvPr id="231" name="Google Shape;231;p25"/>
          <p:cNvGrpSpPr/>
          <p:nvPr/>
        </p:nvGrpSpPr>
        <p:grpSpPr>
          <a:xfrm>
            <a:off x="-655296" y="3436585"/>
            <a:ext cx="10454595" cy="2311221"/>
            <a:chOff x="-655296" y="3436585"/>
            <a:chExt cx="10454595" cy="2311221"/>
          </a:xfrm>
        </p:grpSpPr>
        <p:sp>
          <p:nvSpPr>
            <p:cNvPr id="232" name="Google Shape;232;p25"/>
            <p:cNvSpPr/>
            <p:nvPr/>
          </p:nvSpPr>
          <p:spPr>
            <a:xfrm rot="10800000" flipH="1">
              <a:off x="-136836" y="34365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5"/>
            <p:cNvSpPr/>
            <p:nvPr/>
          </p:nvSpPr>
          <p:spPr>
            <a:xfrm>
              <a:off x="183414" y="454091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5"/>
            <p:cNvSpPr/>
            <p:nvPr/>
          </p:nvSpPr>
          <p:spPr>
            <a:xfrm rot="10800000" flipH="1">
              <a:off x="-655296" y="390306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5"/>
            <p:cNvSpPr/>
            <p:nvPr/>
          </p:nvSpPr>
          <p:spPr>
            <a:xfrm rot="10800000">
              <a:off x="8442129" y="34365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5"/>
            <p:cNvSpPr/>
            <p:nvPr/>
          </p:nvSpPr>
          <p:spPr>
            <a:xfrm flipH="1">
              <a:off x="8121879" y="454091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5"/>
            <p:cNvSpPr/>
            <p:nvPr/>
          </p:nvSpPr>
          <p:spPr>
            <a:xfrm rot="10800000">
              <a:off x="8960589" y="390306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5"/>
            <p:cNvSpPr/>
            <p:nvPr/>
          </p:nvSpPr>
          <p:spPr>
            <a:xfrm rot="10800000">
              <a:off x="7718714" y="47796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5"/>
            <p:cNvSpPr/>
            <p:nvPr/>
          </p:nvSpPr>
          <p:spPr>
            <a:xfrm rot="10800000">
              <a:off x="586589" y="47796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0" name="Google Shape;240;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1" name="Google Shape;241;p25"/>
          <p:cNvSpPr txBox="1">
            <a:spLocks noGrp="1"/>
          </p:cNvSpPr>
          <p:nvPr>
            <p:ph type="subTitle" idx="1"/>
          </p:nvPr>
        </p:nvSpPr>
        <p:spPr>
          <a:xfrm>
            <a:off x="4646250" y="1667625"/>
            <a:ext cx="3398400" cy="189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2" name="Google Shape;242;p25"/>
          <p:cNvSpPr txBox="1">
            <a:spLocks noGrp="1"/>
          </p:cNvSpPr>
          <p:nvPr>
            <p:ph type="subTitle" idx="2"/>
          </p:nvPr>
        </p:nvSpPr>
        <p:spPr>
          <a:xfrm>
            <a:off x="1099338" y="1667625"/>
            <a:ext cx="3398400" cy="189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43"/>
        <p:cNvGrpSpPr/>
        <p:nvPr/>
      </p:nvGrpSpPr>
      <p:grpSpPr>
        <a:xfrm>
          <a:off x="0" y="0"/>
          <a:ext cx="0" cy="0"/>
          <a:chOff x="0" y="0"/>
          <a:chExt cx="0" cy="0"/>
        </a:xfrm>
      </p:grpSpPr>
      <p:grpSp>
        <p:nvGrpSpPr>
          <p:cNvPr id="244" name="Google Shape;244;p26"/>
          <p:cNvGrpSpPr/>
          <p:nvPr/>
        </p:nvGrpSpPr>
        <p:grpSpPr>
          <a:xfrm>
            <a:off x="-512036" y="-358023"/>
            <a:ext cx="10169413" cy="5930154"/>
            <a:chOff x="-512036" y="-358023"/>
            <a:chExt cx="10169413" cy="5930154"/>
          </a:xfrm>
        </p:grpSpPr>
        <p:sp>
          <p:nvSpPr>
            <p:cNvPr id="245" name="Google Shape;245;p26"/>
            <p:cNvSpPr/>
            <p:nvPr/>
          </p:nvSpPr>
          <p:spPr>
            <a:xfrm flipH="1">
              <a:off x="8430767" y="40742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rot="10800000">
              <a:off x="8818667" y="182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rot="10800000">
              <a:off x="8011414"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flipH="1">
              <a:off x="8430777" y="-3580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124136" y="40742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rot="10800000" flipH="1">
              <a:off x="-512036" y="182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rot="10800000" flipH="1">
              <a:off x="295217"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124133" y="-3580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3" name="Google Shape;253;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4" name="Google Shape;254;p26"/>
          <p:cNvSpPr txBox="1">
            <a:spLocks noGrp="1"/>
          </p:cNvSpPr>
          <p:nvPr>
            <p:ph type="subTitle" idx="1"/>
          </p:nvPr>
        </p:nvSpPr>
        <p:spPr>
          <a:xfrm>
            <a:off x="881225" y="2768751"/>
            <a:ext cx="2288100" cy="8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5" name="Google Shape;255;p26"/>
          <p:cNvSpPr txBox="1">
            <a:spLocks noGrp="1"/>
          </p:cNvSpPr>
          <p:nvPr>
            <p:ph type="subTitle" idx="2"/>
          </p:nvPr>
        </p:nvSpPr>
        <p:spPr>
          <a:xfrm>
            <a:off x="3427950" y="2768751"/>
            <a:ext cx="2288100" cy="8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6" name="Google Shape;256;p26"/>
          <p:cNvSpPr txBox="1">
            <a:spLocks noGrp="1"/>
          </p:cNvSpPr>
          <p:nvPr>
            <p:ph type="subTitle" idx="3"/>
          </p:nvPr>
        </p:nvSpPr>
        <p:spPr>
          <a:xfrm>
            <a:off x="5974700" y="2768751"/>
            <a:ext cx="2288100" cy="8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7" name="Google Shape;257;p26"/>
          <p:cNvSpPr txBox="1">
            <a:spLocks noGrp="1"/>
          </p:cNvSpPr>
          <p:nvPr>
            <p:ph type="subTitle" idx="4"/>
          </p:nvPr>
        </p:nvSpPr>
        <p:spPr>
          <a:xfrm>
            <a:off x="881225" y="2250275"/>
            <a:ext cx="2288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58" name="Google Shape;258;p26"/>
          <p:cNvSpPr txBox="1">
            <a:spLocks noGrp="1"/>
          </p:cNvSpPr>
          <p:nvPr>
            <p:ph type="subTitle" idx="5"/>
          </p:nvPr>
        </p:nvSpPr>
        <p:spPr>
          <a:xfrm>
            <a:off x="3427954" y="2250275"/>
            <a:ext cx="2288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59" name="Google Shape;259;p26"/>
          <p:cNvSpPr txBox="1">
            <a:spLocks noGrp="1"/>
          </p:cNvSpPr>
          <p:nvPr>
            <p:ph type="subTitle" idx="6"/>
          </p:nvPr>
        </p:nvSpPr>
        <p:spPr>
          <a:xfrm>
            <a:off x="5974700" y="2250275"/>
            <a:ext cx="2288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60"/>
        <p:cNvGrpSpPr/>
        <p:nvPr/>
      </p:nvGrpSpPr>
      <p:grpSpPr>
        <a:xfrm>
          <a:off x="0" y="0"/>
          <a:ext cx="0" cy="0"/>
          <a:chOff x="0" y="0"/>
          <a:chExt cx="0" cy="0"/>
        </a:xfrm>
      </p:grpSpPr>
      <p:grpSp>
        <p:nvGrpSpPr>
          <p:cNvPr id="261" name="Google Shape;261;p27"/>
          <p:cNvGrpSpPr/>
          <p:nvPr/>
        </p:nvGrpSpPr>
        <p:grpSpPr>
          <a:xfrm>
            <a:off x="-519458" y="2674710"/>
            <a:ext cx="10224210" cy="2744938"/>
            <a:chOff x="-519458" y="2674710"/>
            <a:chExt cx="10224210" cy="2744938"/>
          </a:xfrm>
        </p:grpSpPr>
        <p:sp>
          <p:nvSpPr>
            <p:cNvPr id="262" name="Google Shape;262;p27"/>
            <p:cNvSpPr/>
            <p:nvPr/>
          </p:nvSpPr>
          <p:spPr>
            <a:xfrm rot="10800000" flipH="1">
              <a:off x="-118698" y="30847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7"/>
            <p:cNvSpPr/>
            <p:nvPr/>
          </p:nvSpPr>
          <p:spPr>
            <a:xfrm rot="10800000" flipH="1">
              <a:off x="-519458" y="26747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7"/>
            <p:cNvSpPr/>
            <p:nvPr/>
          </p:nvSpPr>
          <p:spPr>
            <a:xfrm>
              <a:off x="-519448" y="39557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7"/>
            <p:cNvSpPr/>
            <p:nvPr/>
          </p:nvSpPr>
          <p:spPr>
            <a:xfrm>
              <a:off x="21392" y="44515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7"/>
            <p:cNvSpPr/>
            <p:nvPr/>
          </p:nvSpPr>
          <p:spPr>
            <a:xfrm rot="10800000">
              <a:off x="8465282" y="30847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7"/>
            <p:cNvSpPr/>
            <p:nvPr/>
          </p:nvSpPr>
          <p:spPr>
            <a:xfrm rot="10800000">
              <a:off x="8866042" y="26747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7"/>
            <p:cNvSpPr/>
            <p:nvPr/>
          </p:nvSpPr>
          <p:spPr>
            <a:xfrm flipH="1">
              <a:off x="8866032" y="39557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7"/>
            <p:cNvSpPr/>
            <p:nvPr/>
          </p:nvSpPr>
          <p:spPr>
            <a:xfrm flipH="1">
              <a:off x="8325192" y="44515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1" name="Google Shape;271;p27"/>
          <p:cNvSpPr txBox="1">
            <a:spLocks noGrp="1"/>
          </p:cNvSpPr>
          <p:nvPr>
            <p:ph type="subTitle" idx="1"/>
          </p:nvPr>
        </p:nvSpPr>
        <p:spPr>
          <a:xfrm>
            <a:off x="1142950" y="2219063"/>
            <a:ext cx="3251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2" name="Google Shape;272;p27"/>
          <p:cNvSpPr txBox="1">
            <a:spLocks noGrp="1"/>
          </p:cNvSpPr>
          <p:nvPr>
            <p:ph type="subTitle" idx="2"/>
          </p:nvPr>
        </p:nvSpPr>
        <p:spPr>
          <a:xfrm>
            <a:off x="4749341" y="2219063"/>
            <a:ext cx="3251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 name="Google Shape;273;p27"/>
          <p:cNvSpPr txBox="1">
            <a:spLocks noGrp="1"/>
          </p:cNvSpPr>
          <p:nvPr>
            <p:ph type="subTitle" idx="3"/>
          </p:nvPr>
        </p:nvSpPr>
        <p:spPr>
          <a:xfrm>
            <a:off x="1142950" y="4010313"/>
            <a:ext cx="3251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27"/>
          <p:cNvSpPr txBox="1">
            <a:spLocks noGrp="1"/>
          </p:cNvSpPr>
          <p:nvPr>
            <p:ph type="subTitle" idx="4"/>
          </p:nvPr>
        </p:nvSpPr>
        <p:spPr>
          <a:xfrm>
            <a:off x="4749341" y="4010313"/>
            <a:ext cx="3251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27"/>
          <p:cNvSpPr txBox="1">
            <a:spLocks noGrp="1"/>
          </p:cNvSpPr>
          <p:nvPr>
            <p:ph type="subTitle" idx="5"/>
          </p:nvPr>
        </p:nvSpPr>
        <p:spPr>
          <a:xfrm>
            <a:off x="1142962" y="1860588"/>
            <a:ext cx="32517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6" name="Google Shape;276;p27"/>
          <p:cNvSpPr txBox="1">
            <a:spLocks noGrp="1"/>
          </p:cNvSpPr>
          <p:nvPr>
            <p:ph type="subTitle" idx="6"/>
          </p:nvPr>
        </p:nvSpPr>
        <p:spPr>
          <a:xfrm>
            <a:off x="1142962" y="3651938"/>
            <a:ext cx="32517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7" name="Google Shape;277;p27"/>
          <p:cNvSpPr txBox="1">
            <a:spLocks noGrp="1"/>
          </p:cNvSpPr>
          <p:nvPr>
            <p:ph type="subTitle" idx="7"/>
          </p:nvPr>
        </p:nvSpPr>
        <p:spPr>
          <a:xfrm>
            <a:off x="4749338" y="1860588"/>
            <a:ext cx="32517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8" name="Google Shape;278;p27"/>
          <p:cNvSpPr txBox="1">
            <a:spLocks noGrp="1"/>
          </p:cNvSpPr>
          <p:nvPr>
            <p:ph type="subTitle" idx="8"/>
          </p:nvPr>
        </p:nvSpPr>
        <p:spPr>
          <a:xfrm>
            <a:off x="4749338" y="3651938"/>
            <a:ext cx="32517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79"/>
        <p:cNvGrpSpPr/>
        <p:nvPr/>
      </p:nvGrpSpPr>
      <p:grpSpPr>
        <a:xfrm>
          <a:off x="0" y="0"/>
          <a:ext cx="0" cy="0"/>
          <a:chOff x="0" y="0"/>
          <a:chExt cx="0" cy="0"/>
        </a:xfrm>
      </p:grpSpPr>
      <p:grpSp>
        <p:nvGrpSpPr>
          <p:cNvPr id="280" name="Google Shape;280;p28"/>
          <p:cNvGrpSpPr/>
          <p:nvPr/>
        </p:nvGrpSpPr>
        <p:grpSpPr>
          <a:xfrm>
            <a:off x="-266473" y="3341397"/>
            <a:ext cx="9676960" cy="2321921"/>
            <a:chOff x="-266473" y="3341397"/>
            <a:chExt cx="9676960" cy="2321921"/>
          </a:xfrm>
        </p:grpSpPr>
        <p:sp>
          <p:nvSpPr>
            <p:cNvPr id="281" name="Google Shape;281;p28"/>
            <p:cNvSpPr/>
            <p:nvPr/>
          </p:nvSpPr>
          <p:spPr>
            <a:xfrm flipH="1">
              <a:off x="7441675" y="469519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8"/>
            <p:cNvSpPr/>
            <p:nvPr/>
          </p:nvSpPr>
          <p:spPr>
            <a:xfrm>
              <a:off x="863615" y="469519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8"/>
            <p:cNvSpPr/>
            <p:nvPr/>
          </p:nvSpPr>
          <p:spPr>
            <a:xfrm rot="10800000" flipH="1">
              <a:off x="-266473" y="40287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8"/>
            <p:cNvSpPr/>
            <p:nvPr/>
          </p:nvSpPr>
          <p:spPr>
            <a:xfrm>
              <a:off x="152867" y="45245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8"/>
            <p:cNvSpPr/>
            <p:nvPr/>
          </p:nvSpPr>
          <p:spPr>
            <a:xfrm rot="10800000" flipH="1">
              <a:off x="-151033" y="334139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8"/>
            <p:cNvSpPr/>
            <p:nvPr/>
          </p:nvSpPr>
          <p:spPr>
            <a:xfrm rot="10800000">
              <a:off x="8571777" y="40287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8"/>
            <p:cNvSpPr/>
            <p:nvPr/>
          </p:nvSpPr>
          <p:spPr>
            <a:xfrm flipH="1">
              <a:off x="8152437" y="45245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8"/>
            <p:cNvSpPr/>
            <p:nvPr/>
          </p:nvSpPr>
          <p:spPr>
            <a:xfrm rot="10800000">
              <a:off x="8456337" y="334139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 name="Google Shape;289;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0" name="Google Shape;290;p28"/>
          <p:cNvSpPr txBox="1">
            <a:spLocks noGrp="1"/>
          </p:cNvSpPr>
          <p:nvPr>
            <p:ph type="subTitle" idx="1"/>
          </p:nvPr>
        </p:nvSpPr>
        <p:spPr>
          <a:xfrm>
            <a:off x="968524" y="2235613"/>
            <a:ext cx="2266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1" name="Google Shape;291;p28"/>
          <p:cNvSpPr txBox="1">
            <a:spLocks noGrp="1"/>
          </p:cNvSpPr>
          <p:nvPr>
            <p:ph type="subTitle" idx="2"/>
          </p:nvPr>
        </p:nvSpPr>
        <p:spPr>
          <a:xfrm>
            <a:off x="3439063" y="2235613"/>
            <a:ext cx="2265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2" name="Google Shape;292;p28"/>
          <p:cNvSpPr txBox="1">
            <a:spLocks noGrp="1"/>
          </p:cNvSpPr>
          <p:nvPr>
            <p:ph type="subTitle" idx="3"/>
          </p:nvPr>
        </p:nvSpPr>
        <p:spPr>
          <a:xfrm>
            <a:off x="968524" y="3967325"/>
            <a:ext cx="2266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3" name="Google Shape;293;p28"/>
          <p:cNvSpPr txBox="1">
            <a:spLocks noGrp="1"/>
          </p:cNvSpPr>
          <p:nvPr>
            <p:ph type="subTitle" idx="4"/>
          </p:nvPr>
        </p:nvSpPr>
        <p:spPr>
          <a:xfrm>
            <a:off x="3439063" y="3967325"/>
            <a:ext cx="2265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4" name="Google Shape;294;p28"/>
          <p:cNvSpPr txBox="1">
            <a:spLocks noGrp="1"/>
          </p:cNvSpPr>
          <p:nvPr>
            <p:ph type="subTitle" idx="5"/>
          </p:nvPr>
        </p:nvSpPr>
        <p:spPr>
          <a:xfrm>
            <a:off x="5909375" y="2235613"/>
            <a:ext cx="2265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5" name="Google Shape;295;p28"/>
          <p:cNvSpPr txBox="1">
            <a:spLocks noGrp="1"/>
          </p:cNvSpPr>
          <p:nvPr>
            <p:ph type="subTitle" idx="6"/>
          </p:nvPr>
        </p:nvSpPr>
        <p:spPr>
          <a:xfrm>
            <a:off x="5909375" y="3967325"/>
            <a:ext cx="2265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6" name="Google Shape;296;p28"/>
          <p:cNvSpPr txBox="1">
            <a:spLocks noGrp="1"/>
          </p:cNvSpPr>
          <p:nvPr>
            <p:ph type="subTitle" idx="7"/>
          </p:nvPr>
        </p:nvSpPr>
        <p:spPr>
          <a:xfrm>
            <a:off x="968524" y="1890138"/>
            <a:ext cx="2266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97" name="Google Shape;297;p28"/>
          <p:cNvSpPr txBox="1">
            <a:spLocks noGrp="1"/>
          </p:cNvSpPr>
          <p:nvPr>
            <p:ph type="subTitle" idx="8"/>
          </p:nvPr>
        </p:nvSpPr>
        <p:spPr>
          <a:xfrm>
            <a:off x="3439063" y="1890138"/>
            <a:ext cx="2265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98" name="Google Shape;298;p28"/>
          <p:cNvSpPr txBox="1">
            <a:spLocks noGrp="1"/>
          </p:cNvSpPr>
          <p:nvPr>
            <p:ph type="subTitle" idx="9"/>
          </p:nvPr>
        </p:nvSpPr>
        <p:spPr>
          <a:xfrm>
            <a:off x="5909375" y="1890138"/>
            <a:ext cx="2265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99" name="Google Shape;299;p28"/>
          <p:cNvSpPr txBox="1">
            <a:spLocks noGrp="1"/>
          </p:cNvSpPr>
          <p:nvPr>
            <p:ph type="subTitle" idx="13"/>
          </p:nvPr>
        </p:nvSpPr>
        <p:spPr>
          <a:xfrm>
            <a:off x="968524" y="3621825"/>
            <a:ext cx="2266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00" name="Google Shape;300;p28"/>
          <p:cNvSpPr txBox="1">
            <a:spLocks noGrp="1"/>
          </p:cNvSpPr>
          <p:nvPr>
            <p:ph type="subTitle" idx="14"/>
          </p:nvPr>
        </p:nvSpPr>
        <p:spPr>
          <a:xfrm>
            <a:off x="3439063" y="3621825"/>
            <a:ext cx="2265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01" name="Google Shape;301;p28"/>
          <p:cNvSpPr txBox="1">
            <a:spLocks noGrp="1"/>
          </p:cNvSpPr>
          <p:nvPr>
            <p:ph type="subTitle" idx="15"/>
          </p:nvPr>
        </p:nvSpPr>
        <p:spPr>
          <a:xfrm>
            <a:off x="5909375" y="3621825"/>
            <a:ext cx="2265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02"/>
        <p:cNvGrpSpPr/>
        <p:nvPr/>
      </p:nvGrpSpPr>
      <p:grpSpPr>
        <a:xfrm>
          <a:off x="0" y="0"/>
          <a:ext cx="0" cy="0"/>
          <a:chOff x="0" y="0"/>
          <a:chExt cx="0" cy="0"/>
        </a:xfrm>
      </p:grpSpPr>
      <p:sp>
        <p:nvSpPr>
          <p:cNvPr id="303" name="Google Shape;303;p29"/>
          <p:cNvSpPr txBox="1">
            <a:spLocks noGrp="1"/>
          </p:cNvSpPr>
          <p:nvPr>
            <p:ph type="title" hasCustomPrompt="1"/>
          </p:nvPr>
        </p:nvSpPr>
        <p:spPr>
          <a:xfrm>
            <a:off x="4351975" y="638350"/>
            <a:ext cx="4078800" cy="7689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4" name="Google Shape;304;p29"/>
          <p:cNvSpPr txBox="1">
            <a:spLocks noGrp="1"/>
          </p:cNvSpPr>
          <p:nvPr>
            <p:ph type="subTitle" idx="1"/>
          </p:nvPr>
        </p:nvSpPr>
        <p:spPr>
          <a:xfrm>
            <a:off x="4351975" y="1327275"/>
            <a:ext cx="4078800" cy="419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05" name="Google Shape;305;p29"/>
          <p:cNvSpPr txBox="1">
            <a:spLocks noGrp="1"/>
          </p:cNvSpPr>
          <p:nvPr>
            <p:ph type="title" idx="2" hasCustomPrompt="1"/>
          </p:nvPr>
        </p:nvSpPr>
        <p:spPr>
          <a:xfrm>
            <a:off x="4351975" y="1990612"/>
            <a:ext cx="4078800" cy="7689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6" name="Google Shape;306;p29"/>
          <p:cNvSpPr txBox="1">
            <a:spLocks noGrp="1"/>
          </p:cNvSpPr>
          <p:nvPr>
            <p:ph type="subTitle" idx="3"/>
          </p:nvPr>
        </p:nvSpPr>
        <p:spPr>
          <a:xfrm>
            <a:off x="4351975" y="2679529"/>
            <a:ext cx="4078800" cy="419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07" name="Google Shape;307;p29"/>
          <p:cNvSpPr txBox="1">
            <a:spLocks noGrp="1"/>
          </p:cNvSpPr>
          <p:nvPr>
            <p:ph type="title" idx="4" hasCustomPrompt="1"/>
          </p:nvPr>
        </p:nvSpPr>
        <p:spPr>
          <a:xfrm>
            <a:off x="4351975" y="3342874"/>
            <a:ext cx="4078800" cy="7689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8" name="Google Shape;308;p29"/>
          <p:cNvSpPr txBox="1">
            <a:spLocks noGrp="1"/>
          </p:cNvSpPr>
          <p:nvPr>
            <p:ph type="subTitle" idx="5"/>
          </p:nvPr>
        </p:nvSpPr>
        <p:spPr>
          <a:xfrm>
            <a:off x="4351975" y="4031799"/>
            <a:ext cx="4078800" cy="419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09"/>
        <p:cNvGrpSpPr/>
        <p:nvPr/>
      </p:nvGrpSpPr>
      <p:grpSpPr>
        <a:xfrm>
          <a:off x="0" y="0"/>
          <a:ext cx="0" cy="0"/>
          <a:chOff x="0" y="0"/>
          <a:chExt cx="0" cy="0"/>
        </a:xfrm>
      </p:grpSpPr>
      <p:sp>
        <p:nvSpPr>
          <p:cNvPr id="310" name="Google Shape;310;p30"/>
          <p:cNvSpPr txBox="1">
            <a:spLocks noGrp="1"/>
          </p:cNvSpPr>
          <p:nvPr>
            <p:ph type="title"/>
          </p:nvPr>
        </p:nvSpPr>
        <p:spPr>
          <a:xfrm>
            <a:off x="713225" y="677525"/>
            <a:ext cx="5094600" cy="1058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1" name="Google Shape;311;p30"/>
          <p:cNvSpPr txBox="1">
            <a:spLocks noGrp="1"/>
          </p:cNvSpPr>
          <p:nvPr>
            <p:ph type="subTitle" idx="1"/>
          </p:nvPr>
        </p:nvSpPr>
        <p:spPr>
          <a:xfrm>
            <a:off x="713225" y="1841450"/>
            <a:ext cx="5094600" cy="1058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2" name="Google Shape;312;p30"/>
          <p:cNvSpPr txBox="1"/>
          <p:nvPr/>
        </p:nvSpPr>
        <p:spPr>
          <a:xfrm>
            <a:off x="713225" y="3611950"/>
            <a:ext cx="50946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lang="en" sz="1200" b="1" u="sng">
                <a:solidFill>
                  <a:schemeClr val="dk1"/>
                </a:solid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DM Sans"/>
                <a:ea typeface="DM Sans"/>
                <a:cs typeface="DM Sans"/>
                <a:sym typeface="DM Sans"/>
              </a:rPr>
              <a:t>, and includes icons by </a:t>
            </a:r>
            <a:r>
              <a:rPr lang="en" sz="1200" b="1" u="sng">
                <a:solidFill>
                  <a:schemeClr val="dk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DM Sans"/>
                <a:ea typeface="DM Sans"/>
                <a:cs typeface="DM Sans"/>
                <a:sym typeface="DM Sans"/>
              </a:rPr>
              <a:t>, and infographics &amp; images by </a:t>
            </a:r>
            <a:r>
              <a:rPr lang="en" sz="1200" b="1" u="sng">
                <a:solidFill>
                  <a:schemeClr val="dk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DM Sans"/>
                <a:ea typeface="DM Sans"/>
                <a:cs typeface="DM Sans"/>
                <a:sym typeface="DM Sans"/>
              </a:rPr>
              <a:t> </a:t>
            </a:r>
            <a:endParaRPr sz="1200" b="1" u="sng">
              <a:solidFill>
                <a:schemeClr val="dk1"/>
              </a:solidFill>
              <a:latin typeface="DM Sans"/>
              <a:ea typeface="DM Sans"/>
              <a:cs typeface="DM Sans"/>
              <a:sym typeface="DM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13"/>
        <p:cNvGrpSpPr/>
        <p:nvPr/>
      </p:nvGrpSpPr>
      <p:grpSpPr>
        <a:xfrm>
          <a:off x="0" y="0"/>
          <a:ext cx="0" cy="0"/>
          <a:chOff x="0" y="0"/>
          <a:chExt cx="0" cy="0"/>
        </a:xfrm>
      </p:grpSpPr>
      <p:grpSp>
        <p:nvGrpSpPr>
          <p:cNvPr id="314" name="Google Shape;314;p31"/>
          <p:cNvGrpSpPr/>
          <p:nvPr/>
        </p:nvGrpSpPr>
        <p:grpSpPr>
          <a:xfrm>
            <a:off x="-247298" y="-446215"/>
            <a:ext cx="9638610" cy="6030088"/>
            <a:chOff x="-247298" y="-446215"/>
            <a:chExt cx="9638610" cy="6030088"/>
          </a:xfrm>
        </p:grpSpPr>
        <p:sp>
          <p:nvSpPr>
            <p:cNvPr id="315" name="Google Shape;315;p31"/>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1"/>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1"/>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1"/>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1"/>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1"/>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1"/>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1"/>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23"/>
        <p:cNvGrpSpPr/>
        <p:nvPr/>
      </p:nvGrpSpPr>
      <p:grpSpPr>
        <a:xfrm>
          <a:off x="0" y="0"/>
          <a:ext cx="0" cy="0"/>
          <a:chOff x="0" y="0"/>
          <a:chExt cx="0" cy="0"/>
        </a:xfrm>
      </p:grpSpPr>
      <p:grpSp>
        <p:nvGrpSpPr>
          <p:cNvPr id="324" name="Google Shape;324;p32"/>
          <p:cNvGrpSpPr/>
          <p:nvPr/>
        </p:nvGrpSpPr>
        <p:grpSpPr>
          <a:xfrm>
            <a:off x="-476796" y="2900252"/>
            <a:ext cx="10097585" cy="2865204"/>
            <a:chOff x="-476796" y="2900252"/>
            <a:chExt cx="10097585" cy="2865204"/>
          </a:xfrm>
        </p:grpSpPr>
        <p:grpSp>
          <p:nvGrpSpPr>
            <p:cNvPr id="325" name="Google Shape;325;p32"/>
            <p:cNvGrpSpPr/>
            <p:nvPr/>
          </p:nvGrpSpPr>
          <p:grpSpPr>
            <a:xfrm>
              <a:off x="-476796" y="2900252"/>
              <a:ext cx="10097585" cy="2865204"/>
              <a:chOff x="-476796" y="2900252"/>
              <a:chExt cx="10097585" cy="2865204"/>
            </a:xfrm>
          </p:grpSpPr>
          <p:sp>
            <p:nvSpPr>
              <p:cNvPr id="326" name="Google Shape;326;p32"/>
              <p:cNvSpPr/>
              <p:nvPr/>
            </p:nvSpPr>
            <p:spPr>
              <a:xfrm rot="10800000" flipH="1">
                <a:off x="-266661"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2"/>
              <p:cNvSpPr/>
              <p:nvPr/>
            </p:nvSpPr>
            <p:spPr>
              <a:xfrm>
                <a:off x="-90736"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2"/>
              <p:cNvSpPr/>
              <p:nvPr/>
            </p:nvSpPr>
            <p:spPr>
              <a:xfrm>
                <a:off x="-476796"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2"/>
              <p:cNvSpPr/>
              <p:nvPr/>
            </p:nvSpPr>
            <p:spPr>
              <a:xfrm rot="10800000">
                <a:off x="8571944"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2"/>
              <p:cNvSpPr/>
              <p:nvPr/>
            </p:nvSpPr>
            <p:spPr>
              <a:xfrm flipH="1">
                <a:off x="8396019"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2"/>
              <p:cNvSpPr/>
              <p:nvPr/>
            </p:nvSpPr>
            <p:spPr>
              <a:xfrm flipH="1">
                <a:off x="8782079"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2"/>
              <p:cNvSpPr/>
              <p:nvPr/>
            </p:nvSpPr>
            <p:spPr>
              <a:xfrm rot="10800000">
                <a:off x="8009979"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3" name="Google Shape;333;p32"/>
            <p:cNvSpPr/>
            <p:nvPr/>
          </p:nvSpPr>
          <p:spPr>
            <a:xfrm rot="10800000" flipH="1">
              <a:off x="293867"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1pPr>
            <a:lvl2pPr lvl="1"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093/ptj/pzad172"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3"/>
          <p:cNvSpPr txBox="1">
            <a:spLocks noGrp="1"/>
          </p:cNvSpPr>
          <p:nvPr>
            <p:ph type="ctrTitle"/>
          </p:nvPr>
        </p:nvSpPr>
        <p:spPr>
          <a:xfrm>
            <a:off x="713225" y="1156000"/>
            <a:ext cx="4160700" cy="238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100"/>
              <a:t>Forecasting Stroke Recovery</a:t>
            </a:r>
            <a:br>
              <a:rPr lang="en" b="1"/>
            </a:br>
            <a:r>
              <a:rPr lang="en" sz="2200">
                <a:solidFill>
                  <a:srgbClr val="9E9E9E"/>
                </a:solidFill>
              </a:rPr>
              <a:t>Wearable-monitored prediction of arm function recovery in stroke patients</a:t>
            </a:r>
            <a:endParaRPr sz="4800">
              <a:solidFill>
                <a:srgbClr val="9E9E9E"/>
              </a:solidFill>
            </a:endParaRPr>
          </a:p>
        </p:txBody>
      </p:sp>
      <p:sp>
        <p:nvSpPr>
          <p:cNvPr id="339" name="Google Shape;339;p33"/>
          <p:cNvSpPr txBox="1">
            <a:spLocks noGrp="1"/>
          </p:cNvSpPr>
          <p:nvPr>
            <p:ph type="subTitle" idx="1"/>
          </p:nvPr>
        </p:nvSpPr>
        <p:spPr>
          <a:xfrm>
            <a:off x="713225" y="3541600"/>
            <a:ext cx="4160700" cy="72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Valerio Gomez-Frittelli</a:t>
            </a:r>
            <a:endParaRPr/>
          </a:p>
          <a:p>
            <a:pPr marL="0" lvl="0" indent="0" algn="l" rtl="0">
              <a:spcBef>
                <a:spcPts val="0"/>
              </a:spcBef>
              <a:spcAft>
                <a:spcPts val="0"/>
              </a:spcAft>
              <a:buNone/>
            </a:pPr>
            <a:r>
              <a:rPr lang="en" sz="1300"/>
              <a:t>Undergraduate, Statistics and Machine Learning</a:t>
            </a:r>
            <a:endParaRPr sz="1300"/>
          </a:p>
        </p:txBody>
      </p:sp>
      <p:cxnSp>
        <p:nvCxnSpPr>
          <p:cNvPr id="340" name="Google Shape;340;p33"/>
          <p:cNvCxnSpPr/>
          <p:nvPr/>
        </p:nvCxnSpPr>
        <p:spPr>
          <a:xfrm>
            <a:off x="823425" y="987213"/>
            <a:ext cx="373500" cy="0"/>
          </a:xfrm>
          <a:prstGeom prst="straightConnector1">
            <a:avLst/>
          </a:prstGeom>
          <a:noFill/>
          <a:ln w="19050" cap="flat" cmpd="sng">
            <a:solidFill>
              <a:schemeClr val="dk1"/>
            </a:solidFill>
            <a:prstDash val="solid"/>
            <a:round/>
            <a:headEnd type="none" w="med" len="med"/>
            <a:tailEnd type="none" w="med" len="med"/>
          </a:ln>
        </p:spPr>
      </p:cxnSp>
      <p:grpSp>
        <p:nvGrpSpPr>
          <p:cNvPr id="341" name="Google Shape;341;p33"/>
          <p:cNvGrpSpPr/>
          <p:nvPr/>
        </p:nvGrpSpPr>
        <p:grpSpPr>
          <a:xfrm>
            <a:off x="5115337" y="-428624"/>
            <a:ext cx="4275118" cy="6450405"/>
            <a:chOff x="5115337" y="-428624"/>
            <a:chExt cx="4275118" cy="6450405"/>
          </a:xfrm>
        </p:grpSpPr>
        <p:sp>
          <p:nvSpPr>
            <p:cNvPr id="342" name="Google Shape;342;p33"/>
            <p:cNvSpPr/>
            <p:nvPr/>
          </p:nvSpPr>
          <p:spPr>
            <a:xfrm rot="10800000" flipH="1">
              <a:off x="8492525" y="-1927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3"/>
            <p:cNvSpPr/>
            <p:nvPr/>
          </p:nvSpPr>
          <p:spPr>
            <a:xfrm>
              <a:off x="8551745" y="32678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3"/>
            <p:cNvSpPr/>
            <p:nvPr/>
          </p:nvSpPr>
          <p:spPr>
            <a:xfrm>
              <a:off x="6606686"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3"/>
            <p:cNvSpPr/>
            <p:nvPr/>
          </p:nvSpPr>
          <p:spPr>
            <a:xfrm>
              <a:off x="7103477"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6684072"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6109895" y="11940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p:nvPr/>
          </p:nvSpPr>
          <p:spPr>
            <a:xfrm>
              <a:off x="6109895" y="6977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3"/>
            <p:cNvSpPr/>
            <p:nvPr/>
          </p:nvSpPr>
          <p:spPr>
            <a:xfrm>
              <a:off x="7587339" y="11940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3"/>
            <p:cNvSpPr/>
            <p:nvPr/>
          </p:nvSpPr>
          <p:spPr>
            <a:xfrm>
              <a:off x="5634170" y="-42862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3"/>
            <p:cNvSpPr/>
            <p:nvPr/>
          </p:nvSpPr>
          <p:spPr>
            <a:xfrm>
              <a:off x="7017892"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3"/>
            <p:cNvSpPr/>
            <p:nvPr/>
          </p:nvSpPr>
          <p:spPr>
            <a:xfrm>
              <a:off x="5193798" y="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3"/>
            <p:cNvSpPr/>
            <p:nvPr/>
          </p:nvSpPr>
          <p:spPr>
            <a:xfrm>
              <a:off x="8068891" y="16222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3"/>
            <p:cNvSpPr/>
            <p:nvPr/>
          </p:nvSpPr>
          <p:spPr>
            <a:xfrm rot="10800000" flipH="1">
              <a:off x="5115337" y="3655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3"/>
            <p:cNvSpPr/>
            <p:nvPr/>
          </p:nvSpPr>
          <p:spPr>
            <a:xfrm rot="10800000" flipH="1">
              <a:off x="6606680" y="392470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3"/>
            <p:cNvSpPr/>
            <p:nvPr/>
          </p:nvSpPr>
          <p:spPr>
            <a:xfrm rot="10800000" flipH="1">
              <a:off x="5983934" y="50536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3"/>
            <p:cNvSpPr/>
            <p:nvPr/>
          </p:nvSpPr>
          <p:spPr>
            <a:xfrm rot="10800000" flipH="1">
              <a:off x="7178797" y="353334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3"/>
            <p:cNvSpPr/>
            <p:nvPr/>
          </p:nvSpPr>
          <p:spPr>
            <a:xfrm rot="10800000" flipH="1">
              <a:off x="6606686" y="460940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3"/>
            <p:cNvSpPr/>
            <p:nvPr/>
          </p:nvSpPr>
          <p:spPr>
            <a:xfrm rot="10800000" flipH="1">
              <a:off x="5526543" y="412830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3"/>
            <p:cNvSpPr/>
            <p:nvPr/>
          </p:nvSpPr>
          <p:spPr>
            <a:xfrm>
              <a:off x="8117298" y="28522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3"/>
            <p:cNvSpPr/>
            <p:nvPr/>
          </p:nvSpPr>
          <p:spPr>
            <a:xfrm>
              <a:off x="8172542" y="3036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Background</a:t>
            </a:r>
            <a:endParaRPr/>
          </a:p>
        </p:txBody>
      </p:sp>
      <p:sp>
        <p:nvSpPr>
          <p:cNvPr id="367" name="Google Shape;367;p34"/>
          <p:cNvSpPr txBox="1">
            <a:spLocks noGrp="1"/>
          </p:cNvSpPr>
          <p:nvPr>
            <p:ph type="subTitle" idx="1"/>
          </p:nvPr>
        </p:nvSpPr>
        <p:spPr>
          <a:xfrm>
            <a:off x="4646250" y="1667625"/>
            <a:ext cx="3398400" cy="189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Remote monitoring of patients using wearables can be a great help to both parties. It gives physicians constant data about patients’ recovery while reducing the burden on patients by reducing the frequency of clinical visits (Demers et al).</a:t>
            </a:r>
            <a:endParaRPr/>
          </a:p>
          <a:p>
            <a:pPr marL="0" lvl="0" indent="0" algn="l" rtl="0">
              <a:spcBef>
                <a:spcPts val="0"/>
              </a:spcBef>
              <a:spcAft>
                <a:spcPts val="0"/>
              </a:spcAft>
              <a:buNone/>
            </a:pPr>
            <a:endParaRPr/>
          </a:p>
        </p:txBody>
      </p:sp>
      <p:sp>
        <p:nvSpPr>
          <p:cNvPr id="368" name="Google Shape;368;p34"/>
          <p:cNvSpPr txBox="1">
            <a:spLocks noGrp="1"/>
          </p:cNvSpPr>
          <p:nvPr>
            <p:ph type="subTitle" idx="2"/>
          </p:nvPr>
        </p:nvSpPr>
        <p:spPr>
          <a:xfrm>
            <a:off x="1099350" y="1667625"/>
            <a:ext cx="3398400" cy="265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Stroke leaves survivors with variable arm impairments, which can make rehabilitation difficult (Raghavan). Physicians may decide to adjust or continue the current treatment depending on how well patients seem to be recovering, but frequent clinical visits can be a burden on patients.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5"/>
          <p:cNvSpPr/>
          <p:nvPr/>
        </p:nvSpPr>
        <p:spPr>
          <a:xfrm>
            <a:off x="2757270" y="287695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5"/>
          <p:cNvSpPr txBox="1">
            <a:spLocks noGrp="1"/>
          </p:cNvSpPr>
          <p:nvPr>
            <p:ph type="subTitle" idx="1"/>
          </p:nvPr>
        </p:nvSpPr>
        <p:spPr>
          <a:xfrm>
            <a:off x="4581600" y="2377850"/>
            <a:ext cx="4078800" cy="96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Even with remote monitoring, doctors need to wait for clear change to evaluate treatment.</a:t>
            </a:r>
            <a:endParaRPr/>
          </a:p>
        </p:txBody>
      </p:sp>
      <p:sp>
        <p:nvSpPr>
          <p:cNvPr id="375" name="Google Shape;375;p35"/>
          <p:cNvSpPr txBox="1">
            <a:spLocks noGrp="1"/>
          </p:cNvSpPr>
          <p:nvPr>
            <p:ph type="title"/>
          </p:nvPr>
        </p:nvSpPr>
        <p:spPr>
          <a:xfrm>
            <a:off x="4581600" y="551100"/>
            <a:ext cx="4078800" cy="114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200"/>
              <a:t>The Problem</a:t>
            </a:r>
            <a:endParaRPr sz="4200"/>
          </a:p>
        </p:txBody>
      </p:sp>
      <p:sp>
        <p:nvSpPr>
          <p:cNvPr id="376" name="Google Shape;376;p35"/>
          <p:cNvSpPr txBox="1">
            <a:spLocks noGrp="1"/>
          </p:cNvSpPr>
          <p:nvPr>
            <p:ph type="title" idx="4"/>
          </p:nvPr>
        </p:nvSpPr>
        <p:spPr>
          <a:xfrm>
            <a:off x="4581600" y="1692000"/>
            <a:ext cx="4078800" cy="541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300">
                <a:solidFill>
                  <a:srgbClr val="9E9E9E"/>
                </a:solidFill>
              </a:rPr>
              <a:t>Stroke treatment is reactive</a:t>
            </a:r>
            <a:endParaRPr sz="2300">
              <a:solidFill>
                <a:srgbClr val="9E9E9E"/>
              </a:solidFill>
            </a:endParaRPr>
          </a:p>
        </p:txBody>
      </p:sp>
      <p:sp>
        <p:nvSpPr>
          <p:cNvPr id="377" name="Google Shape;377;p35"/>
          <p:cNvSpPr txBox="1">
            <a:spLocks noGrp="1"/>
          </p:cNvSpPr>
          <p:nvPr>
            <p:ph type="subTitle" idx="5"/>
          </p:nvPr>
        </p:nvSpPr>
        <p:spPr>
          <a:xfrm>
            <a:off x="4581600" y="3490301"/>
            <a:ext cx="4078800" cy="90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Rehabilitation can feel slow or ineffective if weeks of treatment result in little recovery and a change in treatment.</a:t>
            </a:r>
            <a:endParaRPr/>
          </a:p>
        </p:txBody>
      </p:sp>
      <p:grpSp>
        <p:nvGrpSpPr>
          <p:cNvPr id="378" name="Google Shape;378;p35"/>
          <p:cNvGrpSpPr/>
          <p:nvPr/>
        </p:nvGrpSpPr>
        <p:grpSpPr>
          <a:xfrm>
            <a:off x="-130025" y="-312465"/>
            <a:ext cx="3330702" cy="5732675"/>
            <a:chOff x="-130025" y="-312465"/>
            <a:chExt cx="3330702" cy="5732675"/>
          </a:xfrm>
        </p:grpSpPr>
        <p:sp>
          <p:nvSpPr>
            <p:cNvPr id="379" name="Google Shape;379;p35"/>
            <p:cNvSpPr/>
            <p:nvPr/>
          </p:nvSpPr>
          <p:spPr>
            <a:xfrm>
              <a:off x="1575672" y="423331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5"/>
            <p:cNvSpPr/>
            <p:nvPr/>
          </p:nvSpPr>
          <p:spPr>
            <a:xfrm>
              <a:off x="1955986" y="23050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5"/>
            <p:cNvSpPr/>
            <p:nvPr/>
          </p:nvSpPr>
          <p:spPr>
            <a:xfrm>
              <a:off x="173058" y="13833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5"/>
            <p:cNvSpPr/>
            <p:nvPr/>
          </p:nvSpPr>
          <p:spPr>
            <a:xfrm>
              <a:off x="-96967" y="9018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5"/>
            <p:cNvSpPr/>
            <p:nvPr/>
          </p:nvSpPr>
          <p:spPr>
            <a:xfrm>
              <a:off x="1575664" y="10205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5"/>
            <p:cNvSpPr/>
            <p:nvPr/>
          </p:nvSpPr>
          <p:spPr>
            <a:xfrm>
              <a:off x="2361967" y="283544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5"/>
            <p:cNvSpPr/>
            <p:nvPr/>
          </p:nvSpPr>
          <p:spPr>
            <a:xfrm>
              <a:off x="1144579" y="151473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5"/>
            <p:cNvSpPr/>
            <p:nvPr/>
          </p:nvSpPr>
          <p:spPr>
            <a:xfrm rot="10800000" flipH="1">
              <a:off x="618137" y="24749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5"/>
            <p:cNvSpPr/>
            <p:nvPr/>
          </p:nvSpPr>
          <p:spPr>
            <a:xfrm rot="10800000" flipH="1">
              <a:off x="869355" y="34993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5"/>
            <p:cNvSpPr/>
            <p:nvPr/>
          </p:nvSpPr>
          <p:spPr>
            <a:xfrm rot="10800000" flipH="1">
              <a:off x="1396209" y="-3124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5"/>
            <p:cNvSpPr/>
            <p:nvPr/>
          </p:nvSpPr>
          <p:spPr>
            <a:xfrm rot="10800000" flipH="1">
              <a:off x="301247" y="30080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5"/>
            <p:cNvSpPr/>
            <p:nvPr/>
          </p:nvSpPr>
          <p:spPr>
            <a:xfrm rot="10800000" flipH="1">
              <a:off x="1011780" y="16415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5"/>
            <p:cNvSpPr/>
            <p:nvPr/>
          </p:nvSpPr>
          <p:spPr>
            <a:xfrm rot="10800000" flipH="1">
              <a:off x="-130025" y="4047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5"/>
            <p:cNvSpPr/>
            <p:nvPr/>
          </p:nvSpPr>
          <p:spPr>
            <a:xfrm rot="10800000" flipH="1">
              <a:off x="1994793" y="37492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5"/>
            <p:cNvSpPr/>
            <p:nvPr/>
          </p:nvSpPr>
          <p:spPr>
            <a:xfrm rot="10800000" flipH="1">
              <a:off x="2150368" y="86088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5"/>
            <p:cNvSpPr/>
            <p:nvPr/>
          </p:nvSpPr>
          <p:spPr>
            <a:xfrm>
              <a:off x="236023" y="445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35"/>
          <p:cNvGrpSpPr/>
          <p:nvPr/>
        </p:nvGrpSpPr>
        <p:grpSpPr>
          <a:xfrm>
            <a:off x="3959821" y="3698312"/>
            <a:ext cx="392155" cy="392133"/>
            <a:chOff x="1971712" y="3315312"/>
            <a:chExt cx="392155" cy="392133"/>
          </a:xfrm>
        </p:grpSpPr>
        <p:sp>
          <p:nvSpPr>
            <p:cNvPr id="396" name="Google Shape;396;p35"/>
            <p:cNvSpPr/>
            <p:nvPr/>
          </p:nvSpPr>
          <p:spPr>
            <a:xfrm>
              <a:off x="2050586" y="3424831"/>
              <a:ext cx="234407" cy="173093"/>
            </a:xfrm>
            <a:custGeom>
              <a:avLst/>
              <a:gdLst/>
              <a:ahLst/>
              <a:cxnLst/>
              <a:rect l="l" t="t" r="r" b="b"/>
              <a:pathLst>
                <a:path w="10372" h="7659" extrusionOk="0">
                  <a:moveTo>
                    <a:pt x="5186" y="1019"/>
                  </a:moveTo>
                  <a:lnTo>
                    <a:pt x="5525" y="1067"/>
                  </a:lnTo>
                  <a:lnTo>
                    <a:pt x="5865" y="1115"/>
                  </a:lnTo>
                  <a:lnTo>
                    <a:pt x="6204" y="1212"/>
                  </a:lnTo>
                  <a:lnTo>
                    <a:pt x="6543" y="1358"/>
                  </a:lnTo>
                  <a:lnTo>
                    <a:pt x="7173" y="1697"/>
                  </a:lnTo>
                  <a:lnTo>
                    <a:pt x="7706" y="2133"/>
                  </a:lnTo>
                  <a:lnTo>
                    <a:pt x="8239" y="2618"/>
                  </a:lnTo>
                  <a:lnTo>
                    <a:pt x="8627" y="3103"/>
                  </a:lnTo>
                  <a:lnTo>
                    <a:pt x="9257" y="3829"/>
                  </a:lnTo>
                  <a:lnTo>
                    <a:pt x="8821" y="4411"/>
                  </a:lnTo>
                  <a:lnTo>
                    <a:pt x="8143" y="5138"/>
                  </a:lnTo>
                  <a:lnTo>
                    <a:pt x="7658" y="5574"/>
                  </a:lnTo>
                  <a:lnTo>
                    <a:pt x="7222" y="5913"/>
                  </a:lnTo>
                  <a:lnTo>
                    <a:pt x="6786" y="6156"/>
                  </a:lnTo>
                  <a:lnTo>
                    <a:pt x="6446" y="6350"/>
                  </a:lnTo>
                  <a:lnTo>
                    <a:pt x="6059" y="6495"/>
                  </a:lnTo>
                  <a:lnTo>
                    <a:pt x="5768" y="6592"/>
                  </a:lnTo>
                  <a:lnTo>
                    <a:pt x="5429" y="6640"/>
                  </a:lnTo>
                  <a:lnTo>
                    <a:pt x="4847" y="6640"/>
                  </a:lnTo>
                  <a:lnTo>
                    <a:pt x="4508" y="6544"/>
                  </a:lnTo>
                  <a:lnTo>
                    <a:pt x="4168" y="6447"/>
                  </a:lnTo>
                  <a:lnTo>
                    <a:pt x="3878" y="6301"/>
                  </a:lnTo>
                  <a:lnTo>
                    <a:pt x="3248" y="5962"/>
                  </a:lnTo>
                  <a:lnTo>
                    <a:pt x="2666" y="5526"/>
                  </a:lnTo>
                  <a:lnTo>
                    <a:pt x="2181" y="5041"/>
                  </a:lnTo>
                  <a:lnTo>
                    <a:pt x="1745" y="4605"/>
                  </a:lnTo>
                  <a:lnTo>
                    <a:pt x="1164" y="3829"/>
                  </a:lnTo>
                  <a:lnTo>
                    <a:pt x="1600" y="3248"/>
                  </a:lnTo>
                  <a:lnTo>
                    <a:pt x="2278" y="2521"/>
                  </a:lnTo>
                  <a:lnTo>
                    <a:pt x="2714" y="2085"/>
                  </a:lnTo>
                  <a:lnTo>
                    <a:pt x="3151" y="1746"/>
                  </a:lnTo>
                  <a:lnTo>
                    <a:pt x="3587" y="1503"/>
                  </a:lnTo>
                  <a:lnTo>
                    <a:pt x="3975" y="1309"/>
                  </a:lnTo>
                  <a:lnTo>
                    <a:pt x="4314" y="1164"/>
                  </a:lnTo>
                  <a:lnTo>
                    <a:pt x="4653" y="1067"/>
                  </a:lnTo>
                  <a:lnTo>
                    <a:pt x="4944" y="1019"/>
                  </a:lnTo>
                  <a:close/>
                  <a:moveTo>
                    <a:pt x="5186" y="1"/>
                  </a:moveTo>
                  <a:lnTo>
                    <a:pt x="4653" y="49"/>
                  </a:lnTo>
                  <a:lnTo>
                    <a:pt x="4168" y="146"/>
                  </a:lnTo>
                  <a:lnTo>
                    <a:pt x="3684" y="340"/>
                  </a:lnTo>
                  <a:lnTo>
                    <a:pt x="3199" y="534"/>
                  </a:lnTo>
                  <a:lnTo>
                    <a:pt x="2763" y="825"/>
                  </a:lnTo>
                  <a:lnTo>
                    <a:pt x="2375" y="1115"/>
                  </a:lnTo>
                  <a:lnTo>
                    <a:pt x="1987" y="1406"/>
                  </a:lnTo>
                  <a:lnTo>
                    <a:pt x="1600" y="1746"/>
                  </a:lnTo>
                  <a:lnTo>
                    <a:pt x="1018" y="2376"/>
                  </a:lnTo>
                  <a:lnTo>
                    <a:pt x="534" y="2957"/>
                  </a:lnTo>
                  <a:lnTo>
                    <a:pt x="97" y="3587"/>
                  </a:lnTo>
                  <a:lnTo>
                    <a:pt x="49" y="3684"/>
                  </a:lnTo>
                  <a:lnTo>
                    <a:pt x="0" y="3829"/>
                  </a:lnTo>
                  <a:lnTo>
                    <a:pt x="49" y="3975"/>
                  </a:lnTo>
                  <a:lnTo>
                    <a:pt x="97" y="4120"/>
                  </a:lnTo>
                  <a:lnTo>
                    <a:pt x="534" y="4702"/>
                  </a:lnTo>
                  <a:lnTo>
                    <a:pt x="1018" y="5283"/>
                  </a:lnTo>
                  <a:lnTo>
                    <a:pt x="1600" y="5962"/>
                  </a:lnTo>
                  <a:lnTo>
                    <a:pt x="1987" y="6253"/>
                  </a:lnTo>
                  <a:lnTo>
                    <a:pt x="2375" y="6592"/>
                  </a:lnTo>
                  <a:lnTo>
                    <a:pt x="2763" y="6883"/>
                  </a:lnTo>
                  <a:lnTo>
                    <a:pt x="3199" y="7125"/>
                  </a:lnTo>
                  <a:lnTo>
                    <a:pt x="3684" y="7367"/>
                  </a:lnTo>
                  <a:lnTo>
                    <a:pt x="4168" y="7513"/>
                  </a:lnTo>
                  <a:lnTo>
                    <a:pt x="4653" y="7610"/>
                  </a:lnTo>
                  <a:lnTo>
                    <a:pt x="5186" y="7658"/>
                  </a:lnTo>
                  <a:lnTo>
                    <a:pt x="5719" y="7610"/>
                  </a:lnTo>
                  <a:lnTo>
                    <a:pt x="6204" y="7513"/>
                  </a:lnTo>
                  <a:lnTo>
                    <a:pt x="6689" y="7367"/>
                  </a:lnTo>
                  <a:lnTo>
                    <a:pt x="7173" y="7125"/>
                  </a:lnTo>
                  <a:lnTo>
                    <a:pt x="7609" y="6883"/>
                  </a:lnTo>
                  <a:lnTo>
                    <a:pt x="8046" y="6592"/>
                  </a:lnTo>
                  <a:lnTo>
                    <a:pt x="8433" y="6253"/>
                  </a:lnTo>
                  <a:lnTo>
                    <a:pt x="8773" y="5962"/>
                  </a:lnTo>
                  <a:lnTo>
                    <a:pt x="9403" y="5283"/>
                  </a:lnTo>
                  <a:lnTo>
                    <a:pt x="9839" y="4702"/>
                  </a:lnTo>
                  <a:lnTo>
                    <a:pt x="10275" y="4120"/>
                  </a:lnTo>
                  <a:lnTo>
                    <a:pt x="10372" y="3975"/>
                  </a:lnTo>
                  <a:lnTo>
                    <a:pt x="10372" y="3829"/>
                  </a:lnTo>
                  <a:lnTo>
                    <a:pt x="10372" y="3684"/>
                  </a:lnTo>
                  <a:lnTo>
                    <a:pt x="10275" y="3587"/>
                  </a:lnTo>
                  <a:lnTo>
                    <a:pt x="9839" y="2957"/>
                  </a:lnTo>
                  <a:lnTo>
                    <a:pt x="9403" y="2376"/>
                  </a:lnTo>
                  <a:lnTo>
                    <a:pt x="8773" y="1746"/>
                  </a:lnTo>
                  <a:lnTo>
                    <a:pt x="8433" y="1406"/>
                  </a:lnTo>
                  <a:lnTo>
                    <a:pt x="8046" y="1115"/>
                  </a:lnTo>
                  <a:lnTo>
                    <a:pt x="7609" y="825"/>
                  </a:lnTo>
                  <a:lnTo>
                    <a:pt x="7173" y="534"/>
                  </a:lnTo>
                  <a:lnTo>
                    <a:pt x="6689" y="340"/>
                  </a:lnTo>
                  <a:lnTo>
                    <a:pt x="6204" y="146"/>
                  </a:lnTo>
                  <a:lnTo>
                    <a:pt x="5719" y="49"/>
                  </a:lnTo>
                  <a:lnTo>
                    <a:pt x="51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5"/>
            <p:cNvSpPr/>
            <p:nvPr/>
          </p:nvSpPr>
          <p:spPr>
            <a:xfrm>
              <a:off x="2128352" y="3470845"/>
              <a:ext cx="79981" cy="81066"/>
            </a:xfrm>
            <a:custGeom>
              <a:avLst/>
              <a:gdLst/>
              <a:ahLst/>
              <a:cxnLst/>
              <a:rect l="l" t="t" r="r" b="b"/>
              <a:pathLst>
                <a:path w="3539" h="3587" extrusionOk="0">
                  <a:moveTo>
                    <a:pt x="1745" y="1018"/>
                  </a:moveTo>
                  <a:lnTo>
                    <a:pt x="1891" y="1067"/>
                  </a:lnTo>
                  <a:lnTo>
                    <a:pt x="2036" y="1115"/>
                  </a:lnTo>
                  <a:lnTo>
                    <a:pt x="2278" y="1260"/>
                  </a:lnTo>
                  <a:lnTo>
                    <a:pt x="2472" y="1503"/>
                  </a:lnTo>
                  <a:lnTo>
                    <a:pt x="2521" y="1648"/>
                  </a:lnTo>
                  <a:lnTo>
                    <a:pt x="2521" y="1793"/>
                  </a:lnTo>
                  <a:lnTo>
                    <a:pt x="2521" y="1939"/>
                  </a:lnTo>
                  <a:lnTo>
                    <a:pt x="2472" y="2084"/>
                  </a:lnTo>
                  <a:lnTo>
                    <a:pt x="2278" y="2327"/>
                  </a:lnTo>
                  <a:lnTo>
                    <a:pt x="2036" y="2520"/>
                  </a:lnTo>
                  <a:lnTo>
                    <a:pt x="1891" y="2569"/>
                  </a:lnTo>
                  <a:lnTo>
                    <a:pt x="1600" y="2569"/>
                  </a:lnTo>
                  <a:lnTo>
                    <a:pt x="1454" y="2520"/>
                  </a:lnTo>
                  <a:lnTo>
                    <a:pt x="1212" y="2327"/>
                  </a:lnTo>
                  <a:lnTo>
                    <a:pt x="1067" y="2084"/>
                  </a:lnTo>
                  <a:lnTo>
                    <a:pt x="1018" y="1939"/>
                  </a:lnTo>
                  <a:lnTo>
                    <a:pt x="970" y="1793"/>
                  </a:lnTo>
                  <a:lnTo>
                    <a:pt x="1018" y="1648"/>
                  </a:lnTo>
                  <a:lnTo>
                    <a:pt x="1067" y="1503"/>
                  </a:lnTo>
                  <a:lnTo>
                    <a:pt x="1212" y="1260"/>
                  </a:lnTo>
                  <a:lnTo>
                    <a:pt x="1454" y="1115"/>
                  </a:lnTo>
                  <a:lnTo>
                    <a:pt x="1600" y="1067"/>
                  </a:lnTo>
                  <a:lnTo>
                    <a:pt x="1745" y="1018"/>
                  </a:lnTo>
                  <a:close/>
                  <a:moveTo>
                    <a:pt x="1745" y="0"/>
                  </a:moveTo>
                  <a:lnTo>
                    <a:pt x="1406" y="49"/>
                  </a:lnTo>
                  <a:lnTo>
                    <a:pt x="1067" y="146"/>
                  </a:lnTo>
                  <a:lnTo>
                    <a:pt x="776" y="340"/>
                  </a:lnTo>
                  <a:lnTo>
                    <a:pt x="485" y="533"/>
                  </a:lnTo>
                  <a:lnTo>
                    <a:pt x="291" y="824"/>
                  </a:lnTo>
                  <a:lnTo>
                    <a:pt x="97" y="1115"/>
                  </a:lnTo>
                  <a:lnTo>
                    <a:pt x="0" y="1454"/>
                  </a:lnTo>
                  <a:lnTo>
                    <a:pt x="0" y="1793"/>
                  </a:lnTo>
                  <a:lnTo>
                    <a:pt x="0" y="2181"/>
                  </a:lnTo>
                  <a:lnTo>
                    <a:pt x="97" y="2472"/>
                  </a:lnTo>
                  <a:lnTo>
                    <a:pt x="291" y="2811"/>
                  </a:lnTo>
                  <a:lnTo>
                    <a:pt x="485" y="3054"/>
                  </a:lnTo>
                  <a:lnTo>
                    <a:pt x="776" y="3296"/>
                  </a:lnTo>
                  <a:lnTo>
                    <a:pt x="1067" y="3441"/>
                  </a:lnTo>
                  <a:lnTo>
                    <a:pt x="1406" y="3538"/>
                  </a:lnTo>
                  <a:lnTo>
                    <a:pt x="1745" y="3587"/>
                  </a:lnTo>
                  <a:lnTo>
                    <a:pt x="2133" y="3538"/>
                  </a:lnTo>
                  <a:lnTo>
                    <a:pt x="2424" y="3441"/>
                  </a:lnTo>
                  <a:lnTo>
                    <a:pt x="2763" y="3296"/>
                  </a:lnTo>
                  <a:lnTo>
                    <a:pt x="3005" y="3054"/>
                  </a:lnTo>
                  <a:lnTo>
                    <a:pt x="3248" y="2811"/>
                  </a:lnTo>
                  <a:lnTo>
                    <a:pt x="3393" y="2472"/>
                  </a:lnTo>
                  <a:lnTo>
                    <a:pt x="3490" y="2181"/>
                  </a:lnTo>
                  <a:lnTo>
                    <a:pt x="3538" y="1793"/>
                  </a:lnTo>
                  <a:lnTo>
                    <a:pt x="3490" y="1454"/>
                  </a:lnTo>
                  <a:lnTo>
                    <a:pt x="3393" y="1115"/>
                  </a:lnTo>
                  <a:lnTo>
                    <a:pt x="3248" y="824"/>
                  </a:lnTo>
                  <a:lnTo>
                    <a:pt x="3005" y="533"/>
                  </a:lnTo>
                  <a:lnTo>
                    <a:pt x="2763" y="340"/>
                  </a:lnTo>
                  <a:lnTo>
                    <a:pt x="2424" y="146"/>
                  </a:lnTo>
                  <a:lnTo>
                    <a:pt x="2133" y="49"/>
                  </a:lnTo>
                  <a:lnTo>
                    <a:pt x="17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5"/>
            <p:cNvSpPr/>
            <p:nvPr/>
          </p:nvSpPr>
          <p:spPr>
            <a:xfrm>
              <a:off x="1971712" y="3315312"/>
              <a:ext cx="392155" cy="392133"/>
            </a:xfrm>
            <a:custGeom>
              <a:avLst/>
              <a:gdLst/>
              <a:ahLst/>
              <a:cxnLst/>
              <a:rect l="l" t="t" r="r" b="b"/>
              <a:pathLst>
                <a:path w="17352" h="17351" extrusionOk="0">
                  <a:moveTo>
                    <a:pt x="9209" y="1793"/>
                  </a:moveTo>
                  <a:lnTo>
                    <a:pt x="9839" y="1890"/>
                  </a:lnTo>
                  <a:lnTo>
                    <a:pt x="10421" y="1987"/>
                  </a:lnTo>
                  <a:lnTo>
                    <a:pt x="11003" y="2181"/>
                  </a:lnTo>
                  <a:lnTo>
                    <a:pt x="11584" y="2424"/>
                  </a:lnTo>
                  <a:lnTo>
                    <a:pt x="12117" y="2714"/>
                  </a:lnTo>
                  <a:lnTo>
                    <a:pt x="12650" y="3005"/>
                  </a:lnTo>
                  <a:lnTo>
                    <a:pt x="13135" y="3393"/>
                  </a:lnTo>
                  <a:lnTo>
                    <a:pt x="13571" y="3781"/>
                  </a:lnTo>
                  <a:lnTo>
                    <a:pt x="13959" y="4265"/>
                  </a:lnTo>
                  <a:lnTo>
                    <a:pt x="14347" y="4750"/>
                  </a:lnTo>
                  <a:lnTo>
                    <a:pt x="14686" y="5234"/>
                  </a:lnTo>
                  <a:lnTo>
                    <a:pt x="14928" y="5768"/>
                  </a:lnTo>
                  <a:lnTo>
                    <a:pt x="15171" y="6349"/>
                  </a:lnTo>
                  <a:lnTo>
                    <a:pt x="15364" y="6931"/>
                  </a:lnTo>
                  <a:lnTo>
                    <a:pt x="15510" y="7561"/>
                  </a:lnTo>
                  <a:lnTo>
                    <a:pt x="15558" y="8191"/>
                  </a:lnTo>
                  <a:lnTo>
                    <a:pt x="15267" y="8191"/>
                  </a:lnTo>
                  <a:lnTo>
                    <a:pt x="15074" y="8336"/>
                  </a:lnTo>
                  <a:lnTo>
                    <a:pt x="14977" y="8482"/>
                  </a:lnTo>
                  <a:lnTo>
                    <a:pt x="14928" y="8675"/>
                  </a:lnTo>
                  <a:lnTo>
                    <a:pt x="14977" y="8869"/>
                  </a:lnTo>
                  <a:lnTo>
                    <a:pt x="15074" y="9063"/>
                  </a:lnTo>
                  <a:lnTo>
                    <a:pt x="15267" y="9160"/>
                  </a:lnTo>
                  <a:lnTo>
                    <a:pt x="15461" y="9209"/>
                  </a:lnTo>
                  <a:lnTo>
                    <a:pt x="15558" y="9209"/>
                  </a:lnTo>
                  <a:lnTo>
                    <a:pt x="15510" y="9839"/>
                  </a:lnTo>
                  <a:lnTo>
                    <a:pt x="15364" y="10420"/>
                  </a:lnTo>
                  <a:lnTo>
                    <a:pt x="15171" y="11002"/>
                  </a:lnTo>
                  <a:lnTo>
                    <a:pt x="14928" y="11583"/>
                  </a:lnTo>
                  <a:lnTo>
                    <a:pt x="14686" y="12116"/>
                  </a:lnTo>
                  <a:lnTo>
                    <a:pt x="14347" y="12650"/>
                  </a:lnTo>
                  <a:lnTo>
                    <a:pt x="13959" y="13134"/>
                  </a:lnTo>
                  <a:lnTo>
                    <a:pt x="13571" y="13570"/>
                  </a:lnTo>
                  <a:lnTo>
                    <a:pt x="13135" y="13958"/>
                  </a:lnTo>
                  <a:lnTo>
                    <a:pt x="12650" y="14346"/>
                  </a:lnTo>
                  <a:lnTo>
                    <a:pt x="12117" y="14685"/>
                  </a:lnTo>
                  <a:lnTo>
                    <a:pt x="11584" y="14927"/>
                  </a:lnTo>
                  <a:lnTo>
                    <a:pt x="11003" y="15170"/>
                  </a:lnTo>
                  <a:lnTo>
                    <a:pt x="10421" y="15364"/>
                  </a:lnTo>
                  <a:lnTo>
                    <a:pt x="9839" y="15509"/>
                  </a:lnTo>
                  <a:lnTo>
                    <a:pt x="9209" y="15557"/>
                  </a:lnTo>
                  <a:lnTo>
                    <a:pt x="9209" y="15461"/>
                  </a:lnTo>
                  <a:lnTo>
                    <a:pt x="9161" y="15267"/>
                  </a:lnTo>
                  <a:lnTo>
                    <a:pt x="9064" y="15073"/>
                  </a:lnTo>
                  <a:lnTo>
                    <a:pt x="8870" y="14976"/>
                  </a:lnTo>
                  <a:lnTo>
                    <a:pt x="8676" y="14927"/>
                  </a:lnTo>
                  <a:lnTo>
                    <a:pt x="8482" y="14976"/>
                  </a:lnTo>
                  <a:lnTo>
                    <a:pt x="8337" y="15073"/>
                  </a:lnTo>
                  <a:lnTo>
                    <a:pt x="8240" y="15267"/>
                  </a:lnTo>
                  <a:lnTo>
                    <a:pt x="8192" y="15461"/>
                  </a:lnTo>
                  <a:lnTo>
                    <a:pt x="8192" y="15557"/>
                  </a:lnTo>
                  <a:lnTo>
                    <a:pt x="7561" y="15509"/>
                  </a:lnTo>
                  <a:lnTo>
                    <a:pt x="6931" y="15364"/>
                  </a:lnTo>
                  <a:lnTo>
                    <a:pt x="6350" y="15170"/>
                  </a:lnTo>
                  <a:lnTo>
                    <a:pt x="5768" y="14927"/>
                  </a:lnTo>
                  <a:lnTo>
                    <a:pt x="5235" y="14685"/>
                  </a:lnTo>
                  <a:lnTo>
                    <a:pt x="4751" y="14346"/>
                  </a:lnTo>
                  <a:lnTo>
                    <a:pt x="4266" y="13958"/>
                  </a:lnTo>
                  <a:lnTo>
                    <a:pt x="3830" y="13570"/>
                  </a:lnTo>
                  <a:lnTo>
                    <a:pt x="3394" y="13134"/>
                  </a:lnTo>
                  <a:lnTo>
                    <a:pt x="3054" y="12650"/>
                  </a:lnTo>
                  <a:lnTo>
                    <a:pt x="2715" y="12116"/>
                  </a:lnTo>
                  <a:lnTo>
                    <a:pt x="2424" y="11583"/>
                  </a:lnTo>
                  <a:lnTo>
                    <a:pt x="2182" y="11002"/>
                  </a:lnTo>
                  <a:lnTo>
                    <a:pt x="1988" y="10420"/>
                  </a:lnTo>
                  <a:lnTo>
                    <a:pt x="1891" y="9839"/>
                  </a:lnTo>
                  <a:lnTo>
                    <a:pt x="1794" y="9209"/>
                  </a:lnTo>
                  <a:lnTo>
                    <a:pt x="1940" y="9209"/>
                  </a:lnTo>
                  <a:lnTo>
                    <a:pt x="2133" y="9160"/>
                  </a:lnTo>
                  <a:lnTo>
                    <a:pt x="2279" y="9063"/>
                  </a:lnTo>
                  <a:lnTo>
                    <a:pt x="2376" y="8869"/>
                  </a:lnTo>
                  <a:lnTo>
                    <a:pt x="2424" y="8675"/>
                  </a:lnTo>
                  <a:lnTo>
                    <a:pt x="2376" y="8482"/>
                  </a:lnTo>
                  <a:lnTo>
                    <a:pt x="2279" y="8336"/>
                  </a:lnTo>
                  <a:lnTo>
                    <a:pt x="2133" y="8191"/>
                  </a:lnTo>
                  <a:lnTo>
                    <a:pt x="1794" y="8191"/>
                  </a:lnTo>
                  <a:lnTo>
                    <a:pt x="1891" y="7561"/>
                  </a:lnTo>
                  <a:lnTo>
                    <a:pt x="1988" y="6931"/>
                  </a:lnTo>
                  <a:lnTo>
                    <a:pt x="2182" y="6349"/>
                  </a:lnTo>
                  <a:lnTo>
                    <a:pt x="2424" y="5768"/>
                  </a:lnTo>
                  <a:lnTo>
                    <a:pt x="2715" y="5234"/>
                  </a:lnTo>
                  <a:lnTo>
                    <a:pt x="3054" y="4750"/>
                  </a:lnTo>
                  <a:lnTo>
                    <a:pt x="3394" y="4265"/>
                  </a:lnTo>
                  <a:lnTo>
                    <a:pt x="3830" y="3781"/>
                  </a:lnTo>
                  <a:lnTo>
                    <a:pt x="4266" y="3393"/>
                  </a:lnTo>
                  <a:lnTo>
                    <a:pt x="4751" y="3005"/>
                  </a:lnTo>
                  <a:lnTo>
                    <a:pt x="5235" y="2714"/>
                  </a:lnTo>
                  <a:lnTo>
                    <a:pt x="5768" y="2424"/>
                  </a:lnTo>
                  <a:lnTo>
                    <a:pt x="6350" y="2181"/>
                  </a:lnTo>
                  <a:lnTo>
                    <a:pt x="6931" y="1987"/>
                  </a:lnTo>
                  <a:lnTo>
                    <a:pt x="7561" y="1890"/>
                  </a:lnTo>
                  <a:lnTo>
                    <a:pt x="8192" y="1793"/>
                  </a:lnTo>
                  <a:lnTo>
                    <a:pt x="8192" y="1890"/>
                  </a:lnTo>
                  <a:lnTo>
                    <a:pt x="8240" y="2133"/>
                  </a:lnTo>
                  <a:lnTo>
                    <a:pt x="8337" y="2278"/>
                  </a:lnTo>
                  <a:lnTo>
                    <a:pt x="8482" y="2375"/>
                  </a:lnTo>
                  <a:lnTo>
                    <a:pt x="8676" y="2424"/>
                  </a:lnTo>
                  <a:lnTo>
                    <a:pt x="8870" y="2375"/>
                  </a:lnTo>
                  <a:lnTo>
                    <a:pt x="9064" y="2278"/>
                  </a:lnTo>
                  <a:lnTo>
                    <a:pt x="9161" y="2133"/>
                  </a:lnTo>
                  <a:lnTo>
                    <a:pt x="9209" y="1890"/>
                  </a:lnTo>
                  <a:lnTo>
                    <a:pt x="9209" y="1793"/>
                  </a:lnTo>
                  <a:close/>
                  <a:moveTo>
                    <a:pt x="8676" y="0"/>
                  </a:moveTo>
                  <a:lnTo>
                    <a:pt x="8482" y="49"/>
                  </a:lnTo>
                  <a:lnTo>
                    <a:pt x="8337" y="146"/>
                  </a:lnTo>
                  <a:lnTo>
                    <a:pt x="8240" y="340"/>
                  </a:lnTo>
                  <a:lnTo>
                    <a:pt x="8192" y="533"/>
                  </a:lnTo>
                  <a:lnTo>
                    <a:pt x="8192" y="776"/>
                  </a:lnTo>
                  <a:lnTo>
                    <a:pt x="7465" y="873"/>
                  </a:lnTo>
                  <a:lnTo>
                    <a:pt x="6786" y="1018"/>
                  </a:lnTo>
                  <a:lnTo>
                    <a:pt x="6108" y="1212"/>
                  </a:lnTo>
                  <a:lnTo>
                    <a:pt x="5429" y="1454"/>
                  </a:lnTo>
                  <a:lnTo>
                    <a:pt x="4799" y="1793"/>
                  </a:lnTo>
                  <a:lnTo>
                    <a:pt x="4169" y="2181"/>
                  </a:lnTo>
                  <a:lnTo>
                    <a:pt x="3636" y="2617"/>
                  </a:lnTo>
                  <a:lnTo>
                    <a:pt x="3103" y="3102"/>
                  </a:lnTo>
                  <a:lnTo>
                    <a:pt x="2618" y="3635"/>
                  </a:lnTo>
                  <a:lnTo>
                    <a:pt x="2182" y="4168"/>
                  </a:lnTo>
                  <a:lnTo>
                    <a:pt x="1794" y="4798"/>
                  </a:lnTo>
                  <a:lnTo>
                    <a:pt x="1455" y="5428"/>
                  </a:lnTo>
                  <a:lnTo>
                    <a:pt x="1213" y="6058"/>
                  </a:lnTo>
                  <a:lnTo>
                    <a:pt x="1019" y="6737"/>
                  </a:lnTo>
                  <a:lnTo>
                    <a:pt x="873" y="7464"/>
                  </a:lnTo>
                  <a:lnTo>
                    <a:pt x="776" y="8191"/>
                  </a:lnTo>
                  <a:lnTo>
                    <a:pt x="340" y="8191"/>
                  </a:lnTo>
                  <a:lnTo>
                    <a:pt x="146" y="8336"/>
                  </a:lnTo>
                  <a:lnTo>
                    <a:pt x="49" y="8482"/>
                  </a:lnTo>
                  <a:lnTo>
                    <a:pt x="1" y="8675"/>
                  </a:lnTo>
                  <a:lnTo>
                    <a:pt x="49" y="8869"/>
                  </a:lnTo>
                  <a:lnTo>
                    <a:pt x="146" y="9063"/>
                  </a:lnTo>
                  <a:lnTo>
                    <a:pt x="340" y="9160"/>
                  </a:lnTo>
                  <a:lnTo>
                    <a:pt x="534" y="9209"/>
                  </a:lnTo>
                  <a:lnTo>
                    <a:pt x="776" y="9209"/>
                  </a:lnTo>
                  <a:lnTo>
                    <a:pt x="873" y="9887"/>
                  </a:lnTo>
                  <a:lnTo>
                    <a:pt x="1019" y="10614"/>
                  </a:lnTo>
                  <a:lnTo>
                    <a:pt x="1213" y="11293"/>
                  </a:lnTo>
                  <a:lnTo>
                    <a:pt x="1455" y="11923"/>
                  </a:lnTo>
                  <a:lnTo>
                    <a:pt x="1794" y="12553"/>
                  </a:lnTo>
                  <a:lnTo>
                    <a:pt x="2182" y="13183"/>
                  </a:lnTo>
                  <a:lnTo>
                    <a:pt x="2618" y="13764"/>
                  </a:lnTo>
                  <a:lnTo>
                    <a:pt x="3103" y="14297"/>
                  </a:lnTo>
                  <a:lnTo>
                    <a:pt x="3636" y="14782"/>
                  </a:lnTo>
                  <a:lnTo>
                    <a:pt x="4169" y="15218"/>
                  </a:lnTo>
                  <a:lnTo>
                    <a:pt x="4799" y="15557"/>
                  </a:lnTo>
                  <a:lnTo>
                    <a:pt x="5429" y="15897"/>
                  </a:lnTo>
                  <a:lnTo>
                    <a:pt x="6108" y="16188"/>
                  </a:lnTo>
                  <a:lnTo>
                    <a:pt x="6786" y="16381"/>
                  </a:lnTo>
                  <a:lnTo>
                    <a:pt x="7465" y="16527"/>
                  </a:lnTo>
                  <a:lnTo>
                    <a:pt x="8192" y="16575"/>
                  </a:lnTo>
                  <a:lnTo>
                    <a:pt x="8192" y="16866"/>
                  </a:lnTo>
                  <a:lnTo>
                    <a:pt x="8240" y="17060"/>
                  </a:lnTo>
                  <a:lnTo>
                    <a:pt x="8337" y="17205"/>
                  </a:lnTo>
                  <a:lnTo>
                    <a:pt x="8482" y="17302"/>
                  </a:lnTo>
                  <a:lnTo>
                    <a:pt x="8676" y="17351"/>
                  </a:lnTo>
                  <a:lnTo>
                    <a:pt x="8870" y="17302"/>
                  </a:lnTo>
                  <a:lnTo>
                    <a:pt x="9064" y="17205"/>
                  </a:lnTo>
                  <a:lnTo>
                    <a:pt x="9161" y="17060"/>
                  </a:lnTo>
                  <a:lnTo>
                    <a:pt x="9209" y="16866"/>
                  </a:lnTo>
                  <a:lnTo>
                    <a:pt x="9209" y="16575"/>
                  </a:lnTo>
                  <a:lnTo>
                    <a:pt x="9888" y="16527"/>
                  </a:lnTo>
                  <a:lnTo>
                    <a:pt x="10615" y="16381"/>
                  </a:lnTo>
                  <a:lnTo>
                    <a:pt x="11293" y="16188"/>
                  </a:lnTo>
                  <a:lnTo>
                    <a:pt x="11923" y="15897"/>
                  </a:lnTo>
                  <a:lnTo>
                    <a:pt x="12553" y="15557"/>
                  </a:lnTo>
                  <a:lnTo>
                    <a:pt x="13183" y="15218"/>
                  </a:lnTo>
                  <a:lnTo>
                    <a:pt x="13765" y="14782"/>
                  </a:lnTo>
                  <a:lnTo>
                    <a:pt x="14298" y="14297"/>
                  </a:lnTo>
                  <a:lnTo>
                    <a:pt x="14783" y="13764"/>
                  </a:lnTo>
                  <a:lnTo>
                    <a:pt x="15219" y="13183"/>
                  </a:lnTo>
                  <a:lnTo>
                    <a:pt x="15607" y="12553"/>
                  </a:lnTo>
                  <a:lnTo>
                    <a:pt x="15897" y="11923"/>
                  </a:lnTo>
                  <a:lnTo>
                    <a:pt x="16188" y="11293"/>
                  </a:lnTo>
                  <a:lnTo>
                    <a:pt x="16382" y="10614"/>
                  </a:lnTo>
                  <a:lnTo>
                    <a:pt x="16528" y="9887"/>
                  </a:lnTo>
                  <a:lnTo>
                    <a:pt x="16576" y="9209"/>
                  </a:lnTo>
                  <a:lnTo>
                    <a:pt x="16867" y="9209"/>
                  </a:lnTo>
                  <a:lnTo>
                    <a:pt x="17061" y="9160"/>
                  </a:lnTo>
                  <a:lnTo>
                    <a:pt x="17206" y="9063"/>
                  </a:lnTo>
                  <a:lnTo>
                    <a:pt x="17303" y="8869"/>
                  </a:lnTo>
                  <a:lnTo>
                    <a:pt x="17351" y="8675"/>
                  </a:lnTo>
                  <a:lnTo>
                    <a:pt x="17303" y="8482"/>
                  </a:lnTo>
                  <a:lnTo>
                    <a:pt x="17206" y="8336"/>
                  </a:lnTo>
                  <a:lnTo>
                    <a:pt x="17061" y="8191"/>
                  </a:lnTo>
                  <a:lnTo>
                    <a:pt x="16576" y="8191"/>
                  </a:lnTo>
                  <a:lnTo>
                    <a:pt x="16528" y="7464"/>
                  </a:lnTo>
                  <a:lnTo>
                    <a:pt x="16382" y="6737"/>
                  </a:lnTo>
                  <a:lnTo>
                    <a:pt x="16188" y="6058"/>
                  </a:lnTo>
                  <a:lnTo>
                    <a:pt x="15897" y="5428"/>
                  </a:lnTo>
                  <a:lnTo>
                    <a:pt x="15607" y="4798"/>
                  </a:lnTo>
                  <a:lnTo>
                    <a:pt x="15219" y="4168"/>
                  </a:lnTo>
                  <a:lnTo>
                    <a:pt x="14783" y="3635"/>
                  </a:lnTo>
                  <a:lnTo>
                    <a:pt x="14298" y="3102"/>
                  </a:lnTo>
                  <a:lnTo>
                    <a:pt x="13765" y="2617"/>
                  </a:lnTo>
                  <a:lnTo>
                    <a:pt x="13183" y="2181"/>
                  </a:lnTo>
                  <a:lnTo>
                    <a:pt x="12553" y="1793"/>
                  </a:lnTo>
                  <a:lnTo>
                    <a:pt x="11923" y="1454"/>
                  </a:lnTo>
                  <a:lnTo>
                    <a:pt x="11293" y="1212"/>
                  </a:lnTo>
                  <a:lnTo>
                    <a:pt x="10615" y="1018"/>
                  </a:lnTo>
                  <a:lnTo>
                    <a:pt x="9888" y="873"/>
                  </a:lnTo>
                  <a:lnTo>
                    <a:pt x="9209" y="776"/>
                  </a:lnTo>
                  <a:lnTo>
                    <a:pt x="9209" y="533"/>
                  </a:lnTo>
                  <a:lnTo>
                    <a:pt x="9161" y="340"/>
                  </a:lnTo>
                  <a:lnTo>
                    <a:pt x="9064" y="146"/>
                  </a:lnTo>
                  <a:lnTo>
                    <a:pt x="8870" y="49"/>
                  </a:lnTo>
                  <a:lnTo>
                    <a:pt x="86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 name="Google Shape;399;p35"/>
          <p:cNvGrpSpPr/>
          <p:nvPr/>
        </p:nvGrpSpPr>
        <p:grpSpPr>
          <a:xfrm>
            <a:off x="3959831" y="2666377"/>
            <a:ext cx="392133" cy="391048"/>
            <a:chOff x="5998083" y="1333902"/>
            <a:chExt cx="392133" cy="391048"/>
          </a:xfrm>
        </p:grpSpPr>
        <p:sp>
          <p:nvSpPr>
            <p:cNvPr id="400" name="Google Shape;400;p35"/>
            <p:cNvSpPr/>
            <p:nvPr/>
          </p:nvSpPr>
          <p:spPr>
            <a:xfrm>
              <a:off x="5998083" y="1333902"/>
              <a:ext cx="392133" cy="391048"/>
            </a:xfrm>
            <a:custGeom>
              <a:avLst/>
              <a:gdLst/>
              <a:ahLst/>
              <a:cxnLst/>
              <a:rect l="l" t="t" r="r" b="b"/>
              <a:pathLst>
                <a:path w="17351" h="17303" extrusionOk="0">
                  <a:moveTo>
                    <a:pt x="9790" y="1018"/>
                  </a:moveTo>
                  <a:lnTo>
                    <a:pt x="10178" y="2618"/>
                  </a:lnTo>
                  <a:lnTo>
                    <a:pt x="10227" y="2763"/>
                  </a:lnTo>
                  <a:lnTo>
                    <a:pt x="10275" y="2860"/>
                  </a:lnTo>
                  <a:lnTo>
                    <a:pt x="10372" y="2957"/>
                  </a:lnTo>
                  <a:lnTo>
                    <a:pt x="10517" y="3005"/>
                  </a:lnTo>
                  <a:lnTo>
                    <a:pt x="10954" y="3151"/>
                  </a:lnTo>
                  <a:lnTo>
                    <a:pt x="11341" y="3345"/>
                  </a:lnTo>
                  <a:lnTo>
                    <a:pt x="11487" y="3393"/>
                  </a:lnTo>
                  <a:lnTo>
                    <a:pt x="11632" y="3441"/>
                  </a:lnTo>
                  <a:lnTo>
                    <a:pt x="11729" y="3393"/>
                  </a:lnTo>
                  <a:lnTo>
                    <a:pt x="11874" y="3345"/>
                  </a:lnTo>
                  <a:lnTo>
                    <a:pt x="13280" y="2424"/>
                  </a:lnTo>
                  <a:lnTo>
                    <a:pt x="14879" y="4023"/>
                  </a:lnTo>
                  <a:lnTo>
                    <a:pt x="13958" y="5477"/>
                  </a:lnTo>
                  <a:lnTo>
                    <a:pt x="13910" y="5574"/>
                  </a:lnTo>
                  <a:lnTo>
                    <a:pt x="13910" y="5719"/>
                  </a:lnTo>
                  <a:lnTo>
                    <a:pt x="13910" y="5816"/>
                  </a:lnTo>
                  <a:lnTo>
                    <a:pt x="13958" y="5962"/>
                  </a:lnTo>
                  <a:lnTo>
                    <a:pt x="14152" y="6398"/>
                  </a:lnTo>
                  <a:lnTo>
                    <a:pt x="14298" y="6834"/>
                  </a:lnTo>
                  <a:lnTo>
                    <a:pt x="14346" y="6931"/>
                  </a:lnTo>
                  <a:lnTo>
                    <a:pt x="14443" y="7028"/>
                  </a:lnTo>
                  <a:lnTo>
                    <a:pt x="14540" y="7125"/>
                  </a:lnTo>
                  <a:lnTo>
                    <a:pt x="14685" y="7173"/>
                  </a:lnTo>
                  <a:lnTo>
                    <a:pt x="16333" y="7513"/>
                  </a:lnTo>
                  <a:lnTo>
                    <a:pt x="16333" y="9790"/>
                  </a:lnTo>
                  <a:lnTo>
                    <a:pt x="14685" y="10130"/>
                  </a:lnTo>
                  <a:lnTo>
                    <a:pt x="14540" y="10178"/>
                  </a:lnTo>
                  <a:lnTo>
                    <a:pt x="14443" y="10275"/>
                  </a:lnTo>
                  <a:lnTo>
                    <a:pt x="14346" y="10372"/>
                  </a:lnTo>
                  <a:lnTo>
                    <a:pt x="14298" y="10469"/>
                  </a:lnTo>
                  <a:lnTo>
                    <a:pt x="14152" y="10905"/>
                  </a:lnTo>
                  <a:lnTo>
                    <a:pt x="13958" y="11341"/>
                  </a:lnTo>
                  <a:lnTo>
                    <a:pt x="13910" y="11438"/>
                  </a:lnTo>
                  <a:lnTo>
                    <a:pt x="13910" y="11584"/>
                  </a:lnTo>
                  <a:lnTo>
                    <a:pt x="13910" y="11729"/>
                  </a:lnTo>
                  <a:lnTo>
                    <a:pt x="13958" y="11826"/>
                  </a:lnTo>
                  <a:lnTo>
                    <a:pt x="14879" y="13280"/>
                  </a:lnTo>
                  <a:lnTo>
                    <a:pt x="13280" y="14879"/>
                  </a:lnTo>
                  <a:lnTo>
                    <a:pt x="11874" y="13958"/>
                  </a:lnTo>
                  <a:lnTo>
                    <a:pt x="11729" y="13910"/>
                  </a:lnTo>
                  <a:lnTo>
                    <a:pt x="11632" y="13861"/>
                  </a:lnTo>
                  <a:lnTo>
                    <a:pt x="11487" y="13910"/>
                  </a:lnTo>
                  <a:lnTo>
                    <a:pt x="11341" y="13910"/>
                  </a:lnTo>
                  <a:lnTo>
                    <a:pt x="10954" y="14104"/>
                  </a:lnTo>
                  <a:lnTo>
                    <a:pt x="10517" y="14298"/>
                  </a:lnTo>
                  <a:lnTo>
                    <a:pt x="10372" y="14346"/>
                  </a:lnTo>
                  <a:lnTo>
                    <a:pt x="10275" y="14443"/>
                  </a:lnTo>
                  <a:lnTo>
                    <a:pt x="10227" y="14540"/>
                  </a:lnTo>
                  <a:lnTo>
                    <a:pt x="10178" y="14637"/>
                  </a:lnTo>
                  <a:lnTo>
                    <a:pt x="9790" y="16285"/>
                  </a:lnTo>
                  <a:lnTo>
                    <a:pt x="7561" y="16285"/>
                  </a:lnTo>
                  <a:lnTo>
                    <a:pt x="7173" y="14637"/>
                  </a:lnTo>
                  <a:lnTo>
                    <a:pt x="7125" y="14540"/>
                  </a:lnTo>
                  <a:lnTo>
                    <a:pt x="7028" y="14443"/>
                  </a:lnTo>
                  <a:lnTo>
                    <a:pt x="6931" y="14346"/>
                  </a:lnTo>
                  <a:lnTo>
                    <a:pt x="6834" y="14298"/>
                  </a:lnTo>
                  <a:lnTo>
                    <a:pt x="6398" y="14104"/>
                  </a:lnTo>
                  <a:lnTo>
                    <a:pt x="5962" y="13910"/>
                  </a:lnTo>
                  <a:lnTo>
                    <a:pt x="5865" y="13910"/>
                  </a:lnTo>
                  <a:lnTo>
                    <a:pt x="5719" y="13861"/>
                  </a:lnTo>
                  <a:lnTo>
                    <a:pt x="5622" y="13910"/>
                  </a:lnTo>
                  <a:lnTo>
                    <a:pt x="5477" y="13958"/>
                  </a:lnTo>
                  <a:lnTo>
                    <a:pt x="4072" y="14879"/>
                  </a:lnTo>
                  <a:lnTo>
                    <a:pt x="2472" y="13280"/>
                  </a:lnTo>
                  <a:lnTo>
                    <a:pt x="3345" y="11826"/>
                  </a:lnTo>
                  <a:lnTo>
                    <a:pt x="3442" y="11729"/>
                  </a:lnTo>
                  <a:lnTo>
                    <a:pt x="3442" y="11584"/>
                  </a:lnTo>
                  <a:lnTo>
                    <a:pt x="3442" y="11438"/>
                  </a:lnTo>
                  <a:lnTo>
                    <a:pt x="3393" y="11341"/>
                  </a:lnTo>
                  <a:lnTo>
                    <a:pt x="3199" y="10905"/>
                  </a:lnTo>
                  <a:lnTo>
                    <a:pt x="3054" y="10469"/>
                  </a:lnTo>
                  <a:lnTo>
                    <a:pt x="2957" y="10372"/>
                  </a:lnTo>
                  <a:lnTo>
                    <a:pt x="2908" y="10275"/>
                  </a:lnTo>
                  <a:lnTo>
                    <a:pt x="2763" y="10178"/>
                  </a:lnTo>
                  <a:lnTo>
                    <a:pt x="2666" y="10130"/>
                  </a:lnTo>
                  <a:lnTo>
                    <a:pt x="1018" y="9790"/>
                  </a:lnTo>
                  <a:lnTo>
                    <a:pt x="1018" y="7513"/>
                  </a:lnTo>
                  <a:lnTo>
                    <a:pt x="2666" y="7173"/>
                  </a:lnTo>
                  <a:lnTo>
                    <a:pt x="2763" y="7125"/>
                  </a:lnTo>
                  <a:lnTo>
                    <a:pt x="2908" y="7028"/>
                  </a:lnTo>
                  <a:lnTo>
                    <a:pt x="2957" y="6931"/>
                  </a:lnTo>
                  <a:lnTo>
                    <a:pt x="3054" y="6834"/>
                  </a:lnTo>
                  <a:lnTo>
                    <a:pt x="3199" y="6398"/>
                  </a:lnTo>
                  <a:lnTo>
                    <a:pt x="3393" y="5962"/>
                  </a:lnTo>
                  <a:lnTo>
                    <a:pt x="3442" y="5816"/>
                  </a:lnTo>
                  <a:lnTo>
                    <a:pt x="3442" y="5719"/>
                  </a:lnTo>
                  <a:lnTo>
                    <a:pt x="3442" y="5574"/>
                  </a:lnTo>
                  <a:lnTo>
                    <a:pt x="3345" y="5477"/>
                  </a:lnTo>
                  <a:lnTo>
                    <a:pt x="2472" y="4023"/>
                  </a:lnTo>
                  <a:lnTo>
                    <a:pt x="4072" y="2424"/>
                  </a:lnTo>
                  <a:lnTo>
                    <a:pt x="5477" y="3345"/>
                  </a:lnTo>
                  <a:lnTo>
                    <a:pt x="5622" y="3393"/>
                  </a:lnTo>
                  <a:lnTo>
                    <a:pt x="5719" y="3441"/>
                  </a:lnTo>
                  <a:lnTo>
                    <a:pt x="5865" y="3393"/>
                  </a:lnTo>
                  <a:lnTo>
                    <a:pt x="5962" y="3345"/>
                  </a:lnTo>
                  <a:lnTo>
                    <a:pt x="6398" y="3151"/>
                  </a:lnTo>
                  <a:lnTo>
                    <a:pt x="6834" y="3005"/>
                  </a:lnTo>
                  <a:lnTo>
                    <a:pt x="6931" y="2957"/>
                  </a:lnTo>
                  <a:lnTo>
                    <a:pt x="7028" y="2860"/>
                  </a:lnTo>
                  <a:lnTo>
                    <a:pt x="7125" y="2763"/>
                  </a:lnTo>
                  <a:lnTo>
                    <a:pt x="7173" y="2618"/>
                  </a:lnTo>
                  <a:lnTo>
                    <a:pt x="7561" y="1018"/>
                  </a:lnTo>
                  <a:close/>
                  <a:moveTo>
                    <a:pt x="6979" y="0"/>
                  </a:moveTo>
                  <a:lnTo>
                    <a:pt x="6834" y="97"/>
                  </a:lnTo>
                  <a:lnTo>
                    <a:pt x="6689" y="194"/>
                  </a:lnTo>
                  <a:lnTo>
                    <a:pt x="6640" y="388"/>
                  </a:lnTo>
                  <a:lnTo>
                    <a:pt x="6253" y="2133"/>
                  </a:lnTo>
                  <a:lnTo>
                    <a:pt x="5768" y="2327"/>
                  </a:lnTo>
                  <a:lnTo>
                    <a:pt x="4265" y="1357"/>
                  </a:lnTo>
                  <a:lnTo>
                    <a:pt x="4120" y="1309"/>
                  </a:lnTo>
                  <a:lnTo>
                    <a:pt x="3926" y="1261"/>
                  </a:lnTo>
                  <a:lnTo>
                    <a:pt x="3781" y="1309"/>
                  </a:lnTo>
                  <a:lnTo>
                    <a:pt x="3635" y="1406"/>
                  </a:lnTo>
                  <a:lnTo>
                    <a:pt x="1454" y="3587"/>
                  </a:lnTo>
                  <a:lnTo>
                    <a:pt x="1358" y="3732"/>
                  </a:lnTo>
                  <a:lnTo>
                    <a:pt x="1309" y="3926"/>
                  </a:lnTo>
                  <a:lnTo>
                    <a:pt x="1309" y="4072"/>
                  </a:lnTo>
                  <a:lnTo>
                    <a:pt x="1358" y="4217"/>
                  </a:lnTo>
                  <a:lnTo>
                    <a:pt x="2375" y="5768"/>
                  </a:lnTo>
                  <a:lnTo>
                    <a:pt x="2181" y="6204"/>
                  </a:lnTo>
                  <a:lnTo>
                    <a:pt x="388" y="6592"/>
                  </a:lnTo>
                  <a:lnTo>
                    <a:pt x="243" y="6689"/>
                  </a:lnTo>
                  <a:lnTo>
                    <a:pt x="97" y="6786"/>
                  </a:lnTo>
                  <a:lnTo>
                    <a:pt x="49" y="6931"/>
                  </a:lnTo>
                  <a:lnTo>
                    <a:pt x="1" y="7125"/>
                  </a:lnTo>
                  <a:lnTo>
                    <a:pt x="1" y="10178"/>
                  </a:lnTo>
                  <a:lnTo>
                    <a:pt x="49" y="10372"/>
                  </a:lnTo>
                  <a:lnTo>
                    <a:pt x="97" y="10517"/>
                  </a:lnTo>
                  <a:lnTo>
                    <a:pt x="243" y="10614"/>
                  </a:lnTo>
                  <a:lnTo>
                    <a:pt x="388" y="10663"/>
                  </a:lnTo>
                  <a:lnTo>
                    <a:pt x="2181" y="11099"/>
                  </a:lnTo>
                  <a:lnTo>
                    <a:pt x="2375" y="11535"/>
                  </a:lnTo>
                  <a:lnTo>
                    <a:pt x="1358" y="13037"/>
                  </a:lnTo>
                  <a:lnTo>
                    <a:pt x="1309" y="13231"/>
                  </a:lnTo>
                  <a:lnTo>
                    <a:pt x="1309" y="13377"/>
                  </a:lnTo>
                  <a:lnTo>
                    <a:pt x="1358" y="13571"/>
                  </a:lnTo>
                  <a:lnTo>
                    <a:pt x="1454" y="13668"/>
                  </a:lnTo>
                  <a:lnTo>
                    <a:pt x="3635" y="15848"/>
                  </a:lnTo>
                  <a:lnTo>
                    <a:pt x="3781" y="15945"/>
                  </a:lnTo>
                  <a:lnTo>
                    <a:pt x="3926" y="15994"/>
                  </a:lnTo>
                  <a:lnTo>
                    <a:pt x="4120" y="15994"/>
                  </a:lnTo>
                  <a:lnTo>
                    <a:pt x="4265" y="15945"/>
                  </a:lnTo>
                  <a:lnTo>
                    <a:pt x="5768" y="14976"/>
                  </a:lnTo>
                  <a:lnTo>
                    <a:pt x="6253" y="15170"/>
                  </a:lnTo>
                  <a:lnTo>
                    <a:pt x="6640" y="16915"/>
                  </a:lnTo>
                  <a:lnTo>
                    <a:pt x="6689" y="17060"/>
                  </a:lnTo>
                  <a:lnTo>
                    <a:pt x="6834" y="17205"/>
                  </a:lnTo>
                  <a:lnTo>
                    <a:pt x="6979" y="17302"/>
                  </a:lnTo>
                  <a:lnTo>
                    <a:pt x="10372" y="17302"/>
                  </a:lnTo>
                  <a:lnTo>
                    <a:pt x="10517" y="17205"/>
                  </a:lnTo>
                  <a:lnTo>
                    <a:pt x="10663" y="17060"/>
                  </a:lnTo>
                  <a:lnTo>
                    <a:pt x="10711" y="16915"/>
                  </a:lnTo>
                  <a:lnTo>
                    <a:pt x="11099" y="15170"/>
                  </a:lnTo>
                  <a:lnTo>
                    <a:pt x="11535" y="14976"/>
                  </a:lnTo>
                  <a:lnTo>
                    <a:pt x="13086" y="15945"/>
                  </a:lnTo>
                  <a:lnTo>
                    <a:pt x="13231" y="15994"/>
                  </a:lnTo>
                  <a:lnTo>
                    <a:pt x="13425" y="15994"/>
                  </a:lnTo>
                  <a:lnTo>
                    <a:pt x="13571" y="15945"/>
                  </a:lnTo>
                  <a:lnTo>
                    <a:pt x="13716" y="15848"/>
                  </a:lnTo>
                  <a:lnTo>
                    <a:pt x="15897" y="13668"/>
                  </a:lnTo>
                  <a:lnTo>
                    <a:pt x="15994" y="13571"/>
                  </a:lnTo>
                  <a:lnTo>
                    <a:pt x="16042" y="13377"/>
                  </a:lnTo>
                  <a:lnTo>
                    <a:pt x="16042" y="13231"/>
                  </a:lnTo>
                  <a:lnTo>
                    <a:pt x="15946" y="13037"/>
                  </a:lnTo>
                  <a:lnTo>
                    <a:pt x="14976" y="11535"/>
                  </a:lnTo>
                  <a:lnTo>
                    <a:pt x="15170" y="11099"/>
                  </a:lnTo>
                  <a:lnTo>
                    <a:pt x="16963" y="10663"/>
                  </a:lnTo>
                  <a:lnTo>
                    <a:pt x="17109" y="10614"/>
                  </a:lnTo>
                  <a:lnTo>
                    <a:pt x="17206" y="10517"/>
                  </a:lnTo>
                  <a:lnTo>
                    <a:pt x="17303" y="10372"/>
                  </a:lnTo>
                  <a:lnTo>
                    <a:pt x="17351" y="10178"/>
                  </a:lnTo>
                  <a:lnTo>
                    <a:pt x="17351" y="7125"/>
                  </a:lnTo>
                  <a:lnTo>
                    <a:pt x="17303" y="6931"/>
                  </a:lnTo>
                  <a:lnTo>
                    <a:pt x="17206" y="6786"/>
                  </a:lnTo>
                  <a:lnTo>
                    <a:pt x="17109" y="6689"/>
                  </a:lnTo>
                  <a:lnTo>
                    <a:pt x="16963" y="6592"/>
                  </a:lnTo>
                  <a:lnTo>
                    <a:pt x="15170" y="6204"/>
                  </a:lnTo>
                  <a:lnTo>
                    <a:pt x="14976" y="5768"/>
                  </a:lnTo>
                  <a:lnTo>
                    <a:pt x="15946" y="4217"/>
                  </a:lnTo>
                  <a:lnTo>
                    <a:pt x="16042" y="4072"/>
                  </a:lnTo>
                  <a:lnTo>
                    <a:pt x="16042" y="3926"/>
                  </a:lnTo>
                  <a:lnTo>
                    <a:pt x="15994" y="3732"/>
                  </a:lnTo>
                  <a:lnTo>
                    <a:pt x="15897" y="3587"/>
                  </a:lnTo>
                  <a:lnTo>
                    <a:pt x="13716" y="1406"/>
                  </a:lnTo>
                  <a:lnTo>
                    <a:pt x="13571" y="1309"/>
                  </a:lnTo>
                  <a:lnTo>
                    <a:pt x="13425" y="1261"/>
                  </a:lnTo>
                  <a:lnTo>
                    <a:pt x="13231" y="1309"/>
                  </a:lnTo>
                  <a:lnTo>
                    <a:pt x="13086" y="1357"/>
                  </a:lnTo>
                  <a:lnTo>
                    <a:pt x="11535" y="2327"/>
                  </a:lnTo>
                  <a:lnTo>
                    <a:pt x="11099" y="2133"/>
                  </a:lnTo>
                  <a:lnTo>
                    <a:pt x="10711" y="388"/>
                  </a:lnTo>
                  <a:lnTo>
                    <a:pt x="10663" y="194"/>
                  </a:lnTo>
                  <a:lnTo>
                    <a:pt x="10517" y="97"/>
                  </a:lnTo>
                  <a:lnTo>
                    <a:pt x="103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5"/>
            <p:cNvSpPr/>
            <p:nvPr/>
          </p:nvSpPr>
          <p:spPr>
            <a:xfrm>
              <a:off x="6159085" y="1464236"/>
              <a:ext cx="84366" cy="115034"/>
            </a:xfrm>
            <a:custGeom>
              <a:avLst/>
              <a:gdLst/>
              <a:ahLst/>
              <a:cxnLst/>
              <a:rect l="l" t="t" r="r" b="b"/>
              <a:pathLst>
                <a:path w="3733" h="5090" extrusionOk="0">
                  <a:moveTo>
                    <a:pt x="1552" y="2376"/>
                  </a:moveTo>
                  <a:lnTo>
                    <a:pt x="1746" y="2424"/>
                  </a:lnTo>
                  <a:lnTo>
                    <a:pt x="1891" y="2521"/>
                  </a:lnTo>
                  <a:lnTo>
                    <a:pt x="2036" y="2666"/>
                  </a:lnTo>
                  <a:lnTo>
                    <a:pt x="2036" y="2860"/>
                  </a:lnTo>
                  <a:lnTo>
                    <a:pt x="2036" y="3103"/>
                  </a:lnTo>
                  <a:lnTo>
                    <a:pt x="1891" y="3248"/>
                  </a:lnTo>
                  <a:lnTo>
                    <a:pt x="1746" y="3345"/>
                  </a:lnTo>
                  <a:lnTo>
                    <a:pt x="1552" y="3393"/>
                  </a:lnTo>
                  <a:lnTo>
                    <a:pt x="1358" y="3345"/>
                  </a:lnTo>
                  <a:lnTo>
                    <a:pt x="1164" y="3248"/>
                  </a:lnTo>
                  <a:lnTo>
                    <a:pt x="1067" y="3103"/>
                  </a:lnTo>
                  <a:lnTo>
                    <a:pt x="1019" y="2860"/>
                  </a:lnTo>
                  <a:lnTo>
                    <a:pt x="1067" y="2666"/>
                  </a:lnTo>
                  <a:lnTo>
                    <a:pt x="1164" y="2521"/>
                  </a:lnTo>
                  <a:lnTo>
                    <a:pt x="1358" y="2424"/>
                  </a:lnTo>
                  <a:lnTo>
                    <a:pt x="1552" y="2376"/>
                  </a:lnTo>
                  <a:close/>
                  <a:moveTo>
                    <a:pt x="1552" y="1"/>
                  </a:moveTo>
                  <a:lnTo>
                    <a:pt x="1358" y="49"/>
                  </a:lnTo>
                  <a:lnTo>
                    <a:pt x="1164" y="146"/>
                  </a:lnTo>
                  <a:lnTo>
                    <a:pt x="1067" y="292"/>
                  </a:lnTo>
                  <a:lnTo>
                    <a:pt x="1019" y="534"/>
                  </a:lnTo>
                  <a:lnTo>
                    <a:pt x="1019" y="1455"/>
                  </a:lnTo>
                  <a:lnTo>
                    <a:pt x="825" y="1552"/>
                  </a:lnTo>
                  <a:lnTo>
                    <a:pt x="631" y="1649"/>
                  </a:lnTo>
                  <a:lnTo>
                    <a:pt x="437" y="1794"/>
                  </a:lnTo>
                  <a:lnTo>
                    <a:pt x="292" y="1988"/>
                  </a:lnTo>
                  <a:lnTo>
                    <a:pt x="195" y="2182"/>
                  </a:lnTo>
                  <a:lnTo>
                    <a:pt x="98" y="2424"/>
                  </a:lnTo>
                  <a:lnTo>
                    <a:pt x="49" y="2618"/>
                  </a:lnTo>
                  <a:lnTo>
                    <a:pt x="1" y="2860"/>
                  </a:lnTo>
                  <a:lnTo>
                    <a:pt x="49" y="3199"/>
                  </a:lnTo>
                  <a:lnTo>
                    <a:pt x="146" y="3490"/>
                  </a:lnTo>
                  <a:lnTo>
                    <a:pt x="292" y="3733"/>
                  </a:lnTo>
                  <a:lnTo>
                    <a:pt x="486" y="3975"/>
                  </a:lnTo>
                  <a:lnTo>
                    <a:pt x="679" y="4169"/>
                  </a:lnTo>
                  <a:lnTo>
                    <a:pt x="970" y="4266"/>
                  </a:lnTo>
                  <a:lnTo>
                    <a:pt x="1261" y="4363"/>
                  </a:lnTo>
                  <a:lnTo>
                    <a:pt x="1552" y="4411"/>
                  </a:lnTo>
                  <a:lnTo>
                    <a:pt x="1891" y="4363"/>
                  </a:lnTo>
                  <a:lnTo>
                    <a:pt x="2182" y="4266"/>
                  </a:lnTo>
                  <a:lnTo>
                    <a:pt x="2860" y="4896"/>
                  </a:lnTo>
                  <a:lnTo>
                    <a:pt x="3054" y="5041"/>
                  </a:lnTo>
                  <a:lnTo>
                    <a:pt x="3200" y="5090"/>
                  </a:lnTo>
                  <a:lnTo>
                    <a:pt x="3393" y="5041"/>
                  </a:lnTo>
                  <a:lnTo>
                    <a:pt x="3587" y="4896"/>
                  </a:lnTo>
                  <a:lnTo>
                    <a:pt x="3684" y="4750"/>
                  </a:lnTo>
                  <a:lnTo>
                    <a:pt x="3733" y="4556"/>
                  </a:lnTo>
                  <a:lnTo>
                    <a:pt x="3684" y="4363"/>
                  </a:lnTo>
                  <a:lnTo>
                    <a:pt x="3587" y="4217"/>
                  </a:lnTo>
                  <a:lnTo>
                    <a:pt x="2909" y="3539"/>
                  </a:lnTo>
                  <a:lnTo>
                    <a:pt x="3054" y="3248"/>
                  </a:lnTo>
                  <a:lnTo>
                    <a:pt x="3054" y="2860"/>
                  </a:lnTo>
                  <a:lnTo>
                    <a:pt x="3054" y="2618"/>
                  </a:lnTo>
                  <a:lnTo>
                    <a:pt x="3006" y="2424"/>
                  </a:lnTo>
                  <a:lnTo>
                    <a:pt x="2909" y="2182"/>
                  </a:lnTo>
                  <a:lnTo>
                    <a:pt x="2763" y="1988"/>
                  </a:lnTo>
                  <a:lnTo>
                    <a:pt x="2618" y="1794"/>
                  </a:lnTo>
                  <a:lnTo>
                    <a:pt x="2473" y="1649"/>
                  </a:lnTo>
                  <a:lnTo>
                    <a:pt x="2279" y="1552"/>
                  </a:lnTo>
                  <a:lnTo>
                    <a:pt x="2036" y="1455"/>
                  </a:lnTo>
                  <a:lnTo>
                    <a:pt x="2036" y="534"/>
                  </a:lnTo>
                  <a:lnTo>
                    <a:pt x="2036" y="292"/>
                  </a:lnTo>
                  <a:lnTo>
                    <a:pt x="1891" y="146"/>
                  </a:lnTo>
                  <a:lnTo>
                    <a:pt x="1746" y="49"/>
                  </a:lnTo>
                  <a:lnTo>
                    <a:pt x="15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5"/>
            <p:cNvSpPr/>
            <p:nvPr/>
          </p:nvSpPr>
          <p:spPr>
            <a:xfrm>
              <a:off x="6083511" y="1418245"/>
              <a:ext cx="221277" cy="222361"/>
            </a:xfrm>
            <a:custGeom>
              <a:avLst/>
              <a:gdLst/>
              <a:ahLst/>
              <a:cxnLst/>
              <a:rect l="l" t="t" r="r" b="b"/>
              <a:pathLst>
                <a:path w="9791" h="9839" extrusionOk="0">
                  <a:moveTo>
                    <a:pt x="4896" y="1018"/>
                  </a:moveTo>
                  <a:lnTo>
                    <a:pt x="5526" y="1066"/>
                  </a:lnTo>
                  <a:lnTo>
                    <a:pt x="6156" y="1212"/>
                  </a:lnTo>
                  <a:lnTo>
                    <a:pt x="6737" y="1503"/>
                  </a:lnTo>
                  <a:lnTo>
                    <a:pt x="7271" y="1842"/>
                  </a:lnTo>
                  <a:lnTo>
                    <a:pt x="7028" y="2036"/>
                  </a:lnTo>
                  <a:lnTo>
                    <a:pt x="6931" y="2230"/>
                  </a:lnTo>
                  <a:lnTo>
                    <a:pt x="6883" y="2423"/>
                  </a:lnTo>
                  <a:lnTo>
                    <a:pt x="6931" y="2617"/>
                  </a:lnTo>
                  <a:lnTo>
                    <a:pt x="7028" y="2763"/>
                  </a:lnTo>
                  <a:lnTo>
                    <a:pt x="7222" y="2860"/>
                  </a:lnTo>
                  <a:lnTo>
                    <a:pt x="7416" y="2908"/>
                  </a:lnTo>
                  <a:lnTo>
                    <a:pt x="7610" y="2860"/>
                  </a:lnTo>
                  <a:lnTo>
                    <a:pt x="7755" y="2763"/>
                  </a:lnTo>
                  <a:lnTo>
                    <a:pt x="7998" y="2569"/>
                  </a:lnTo>
                  <a:lnTo>
                    <a:pt x="8240" y="2957"/>
                  </a:lnTo>
                  <a:lnTo>
                    <a:pt x="8482" y="3393"/>
                  </a:lnTo>
                  <a:lnTo>
                    <a:pt x="8628" y="3877"/>
                  </a:lnTo>
                  <a:lnTo>
                    <a:pt x="8773" y="4411"/>
                  </a:lnTo>
                  <a:lnTo>
                    <a:pt x="8434" y="4411"/>
                  </a:lnTo>
                  <a:lnTo>
                    <a:pt x="8240" y="4459"/>
                  </a:lnTo>
                  <a:lnTo>
                    <a:pt x="8094" y="4556"/>
                  </a:lnTo>
                  <a:lnTo>
                    <a:pt x="7998" y="4701"/>
                  </a:lnTo>
                  <a:lnTo>
                    <a:pt x="7949" y="4895"/>
                  </a:lnTo>
                  <a:lnTo>
                    <a:pt x="7998" y="5138"/>
                  </a:lnTo>
                  <a:lnTo>
                    <a:pt x="8094" y="5283"/>
                  </a:lnTo>
                  <a:lnTo>
                    <a:pt x="8240" y="5380"/>
                  </a:lnTo>
                  <a:lnTo>
                    <a:pt x="8434" y="5428"/>
                  </a:lnTo>
                  <a:lnTo>
                    <a:pt x="8773" y="5428"/>
                  </a:lnTo>
                  <a:lnTo>
                    <a:pt x="8628" y="6058"/>
                  </a:lnTo>
                  <a:lnTo>
                    <a:pt x="8385" y="6640"/>
                  </a:lnTo>
                  <a:lnTo>
                    <a:pt x="8046" y="7173"/>
                  </a:lnTo>
                  <a:lnTo>
                    <a:pt x="7658" y="7658"/>
                  </a:lnTo>
                  <a:lnTo>
                    <a:pt x="7174" y="8094"/>
                  </a:lnTo>
                  <a:lnTo>
                    <a:pt x="6641" y="8385"/>
                  </a:lnTo>
                  <a:lnTo>
                    <a:pt x="6010" y="8627"/>
                  </a:lnTo>
                  <a:lnTo>
                    <a:pt x="5380" y="8772"/>
                  </a:lnTo>
                  <a:lnTo>
                    <a:pt x="5380" y="8482"/>
                  </a:lnTo>
                  <a:lnTo>
                    <a:pt x="5380" y="8288"/>
                  </a:lnTo>
                  <a:lnTo>
                    <a:pt x="5235" y="8094"/>
                  </a:lnTo>
                  <a:lnTo>
                    <a:pt x="5090" y="7997"/>
                  </a:lnTo>
                  <a:lnTo>
                    <a:pt x="4896" y="7948"/>
                  </a:lnTo>
                  <a:lnTo>
                    <a:pt x="4702" y="7997"/>
                  </a:lnTo>
                  <a:lnTo>
                    <a:pt x="4508" y="8094"/>
                  </a:lnTo>
                  <a:lnTo>
                    <a:pt x="4411" y="8288"/>
                  </a:lnTo>
                  <a:lnTo>
                    <a:pt x="4363" y="8482"/>
                  </a:lnTo>
                  <a:lnTo>
                    <a:pt x="4363" y="8772"/>
                  </a:lnTo>
                  <a:lnTo>
                    <a:pt x="3878" y="8675"/>
                  </a:lnTo>
                  <a:lnTo>
                    <a:pt x="3393" y="8530"/>
                  </a:lnTo>
                  <a:lnTo>
                    <a:pt x="2957" y="8288"/>
                  </a:lnTo>
                  <a:lnTo>
                    <a:pt x="2521" y="7997"/>
                  </a:lnTo>
                  <a:lnTo>
                    <a:pt x="2715" y="7803"/>
                  </a:lnTo>
                  <a:lnTo>
                    <a:pt x="2860" y="7609"/>
                  </a:lnTo>
                  <a:lnTo>
                    <a:pt x="2860" y="7415"/>
                  </a:lnTo>
                  <a:lnTo>
                    <a:pt x="2860" y="7222"/>
                  </a:lnTo>
                  <a:lnTo>
                    <a:pt x="2715" y="7076"/>
                  </a:lnTo>
                  <a:lnTo>
                    <a:pt x="2569" y="6979"/>
                  </a:lnTo>
                  <a:lnTo>
                    <a:pt x="2376" y="6931"/>
                  </a:lnTo>
                  <a:lnTo>
                    <a:pt x="2182" y="6979"/>
                  </a:lnTo>
                  <a:lnTo>
                    <a:pt x="2036" y="7076"/>
                  </a:lnTo>
                  <a:lnTo>
                    <a:pt x="1794" y="7270"/>
                  </a:lnTo>
                  <a:lnTo>
                    <a:pt x="1503" y="6882"/>
                  </a:lnTo>
                  <a:lnTo>
                    <a:pt x="1309" y="6398"/>
                  </a:lnTo>
                  <a:lnTo>
                    <a:pt x="1115" y="5913"/>
                  </a:lnTo>
                  <a:lnTo>
                    <a:pt x="1019" y="5428"/>
                  </a:lnTo>
                  <a:lnTo>
                    <a:pt x="1358" y="5428"/>
                  </a:lnTo>
                  <a:lnTo>
                    <a:pt x="1552" y="5380"/>
                  </a:lnTo>
                  <a:lnTo>
                    <a:pt x="1697" y="5283"/>
                  </a:lnTo>
                  <a:lnTo>
                    <a:pt x="1794" y="5138"/>
                  </a:lnTo>
                  <a:lnTo>
                    <a:pt x="1842" y="4895"/>
                  </a:lnTo>
                  <a:lnTo>
                    <a:pt x="1794" y="4701"/>
                  </a:lnTo>
                  <a:lnTo>
                    <a:pt x="1697" y="4556"/>
                  </a:lnTo>
                  <a:lnTo>
                    <a:pt x="1552" y="4459"/>
                  </a:lnTo>
                  <a:lnTo>
                    <a:pt x="1358" y="4411"/>
                  </a:lnTo>
                  <a:lnTo>
                    <a:pt x="1019" y="4411"/>
                  </a:lnTo>
                  <a:lnTo>
                    <a:pt x="1115" y="3877"/>
                  </a:lnTo>
                  <a:lnTo>
                    <a:pt x="1309" y="3393"/>
                  </a:lnTo>
                  <a:lnTo>
                    <a:pt x="1503" y="2957"/>
                  </a:lnTo>
                  <a:lnTo>
                    <a:pt x="1794" y="2569"/>
                  </a:lnTo>
                  <a:lnTo>
                    <a:pt x="2036" y="2763"/>
                  </a:lnTo>
                  <a:lnTo>
                    <a:pt x="2182" y="2860"/>
                  </a:lnTo>
                  <a:lnTo>
                    <a:pt x="2376" y="2908"/>
                  </a:lnTo>
                  <a:lnTo>
                    <a:pt x="2569" y="2860"/>
                  </a:lnTo>
                  <a:lnTo>
                    <a:pt x="2715" y="2763"/>
                  </a:lnTo>
                  <a:lnTo>
                    <a:pt x="2860" y="2617"/>
                  </a:lnTo>
                  <a:lnTo>
                    <a:pt x="2860" y="2423"/>
                  </a:lnTo>
                  <a:lnTo>
                    <a:pt x="2860" y="2230"/>
                  </a:lnTo>
                  <a:lnTo>
                    <a:pt x="2715" y="2036"/>
                  </a:lnTo>
                  <a:lnTo>
                    <a:pt x="2521" y="1842"/>
                  </a:lnTo>
                  <a:lnTo>
                    <a:pt x="3054" y="1503"/>
                  </a:lnTo>
                  <a:lnTo>
                    <a:pt x="3636" y="1212"/>
                  </a:lnTo>
                  <a:lnTo>
                    <a:pt x="4217" y="1066"/>
                  </a:lnTo>
                  <a:lnTo>
                    <a:pt x="4896" y="1018"/>
                  </a:lnTo>
                  <a:close/>
                  <a:moveTo>
                    <a:pt x="4896" y="0"/>
                  </a:moveTo>
                  <a:lnTo>
                    <a:pt x="4411" y="49"/>
                  </a:lnTo>
                  <a:lnTo>
                    <a:pt x="3926" y="97"/>
                  </a:lnTo>
                  <a:lnTo>
                    <a:pt x="3442" y="243"/>
                  </a:lnTo>
                  <a:lnTo>
                    <a:pt x="3006" y="388"/>
                  </a:lnTo>
                  <a:lnTo>
                    <a:pt x="2569" y="582"/>
                  </a:lnTo>
                  <a:lnTo>
                    <a:pt x="2133" y="824"/>
                  </a:lnTo>
                  <a:lnTo>
                    <a:pt x="1746" y="1115"/>
                  </a:lnTo>
                  <a:lnTo>
                    <a:pt x="1406" y="1454"/>
                  </a:lnTo>
                  <a:lnTo>
                    <a:pt x="1115" y="1793"/>
                  </a:lnTo>
                  <a:lnTo>
                    <a:pt x="825" y="2181"/>
                  </a:lnTo>
                  <a:lnTo>
                    <a:pt x="582" y="2569"/>
                  </a:lnTo>
                  <a:lnTo>
                    <a:pt x="389" y="3005"/>
                  </a:lnTo>
                  <a:lnTo>
                    <a:pt x="195" y="3441"/>
                  </a:lnTo>
                  <a:lnTo>
                    <a:pt x="98" y="3926"/>
                  </a:lnTo>
                  <a:lnTo>
                    <a:pt x="1" y="4411"/>
                  </a:lnTo>
                  <a:lnTo>
                    <a:pt x="1" y="4895"/>
                  </a:lnTo>
                  <a:lnTo>
                    <a:pt x="1" y="5428"/>
                  </a:lnTo>
                  <a:lnTo>
                    <a:pt x="98" y="5913"/>
                  </a:lnTo>
                  <a:lnTo>
                    <a:pt x="195" y="6398"/>
                  </a:lnTo>
                  <a:lnTo>
                    <a:pt x="389" y="6834"/>
                  </a:lnTo>
                  <a:lnTo>
                    <a:pt x="582" y="7270"/>
                  </a:lnTo>
                  <a:lnTo>
                    <a:pt x="825" y="7658"/>
                  </a:lnTo>
                  <a:lnTo>
                    <a:pt x="1115" y="8045"/>
                  </a:lnTo>
                  <a:lnTo>
                    <a:pt x="1406" y="8385"/>
                  </a:lnTo>
                  <a:lnTo>
                    <a:pt x="1746" y="8724"/>
                  </a:lnTo>
                  <a:lnTo>
                    <a:pt x="2133" y="8966"/>
                  </a:lnTo>
                  <a:lnTo>
                    <a:pt x="2569" y="9257"/>
                  </a:lnTo>
                  <a:lnTo>
                    <a:pt x="3006" y="9451"/>
                  </a:lnTo>
                  <a:lnTo>
                    <a:pt x="3442" y="9596"/>
                  </a:lnTo>
                  <a:lnTo>
                    <a:pt x="3926" y="9742"/>
                  </a:lnTo>
                  <a:lnTo>
                    <a:pt x="4411" y="9790"/>
                  </a:lnTo>
                  <a:lnTo>
                    <a:pt x="4896" y="9839"/>
                  </a:lnTo>
                  <a:lnTo>
                    <a:pt x="5380" y="9790"/>
                  </a:lnTo>
                  <a:lnTo>
                    <a:pt x="5865" y="9742"/>
                  </a:lnTo>
                  <a:lnTo>
                    <a:pt x="6350" y="9596"/>
                  </a:lnTo>
                  <a:lnTo>
                    <a:pt x="6786" y="9451"/>
                  </a:lnTo>
                  <a:lnTo>
                    <a:pt x="7222" y="9257"/>
                  </a:lnTo>
                  <a:lnTo>
                    <a:pt x="7658" y="8966"/>
                  </a:lnTo>
                  <a:lnTo>
                    <a:pt x="7998" y="8724"/>
                  </a:lnTo>
                  <a:lnTo>
                    <a:pt x="8385" y="8385"/>
                  </a:lnTo>
                  <a:lnTo>
                    <a:pt x="8676" y="8045"/>
                  </a:lnTo>
                  <a:lnTo>
                    <a:pt x="8967" y="7658"/>
                  </a:lnTo>
                  <a:lnTo>
                    <a:pt x="9209" y="7270"/>
                  </a:lnTo>
                  <a:lnTo>
                    <a:pt x="9403" y="6834"/>
                  </a:lnTo>
                  <a:lnTo>
                    <a:pt x="9597" y="6398"/>
                  </a:lnTo>
                  <a:lnTo>
                    <a:pt x="9694" y="5913"/>
                  </a:lnTo>
                  <a:lnTo>
                    <a:pt x="9791" y="5428"/>
                  </a:lnTo>
                  <a:lnTo>
                    <a:pt x="9791" y="4895"/>
                  </a:lnTo>
                  <a:lnTo>
                    <a:pt x="9791" y="4411"/>
                  </a:lnTo>
                  <a:lnTo>
                    <a:pt x="9694" y="3926"/>
                  </a:lnTo>
                  <a:lnTo>
                    <a:pt x="9597" y="3441"/>
                  </a:lnTo>
                  <a:lnTo>
                    <a:pt x="9403" y="3005"/>
                  </a:lnTo>
                  <a:lnTo>
                    <a:pt x="9209" y="2569"/>
                  </a:lnTo>
                  <a:lnTo>
                    <a:pt x="8967" y="2181"/>
                  </a:lnTo>
                  <a:lnTo>
                    <a:pt x="8676" y="1793"/>
                  </a:lnTo>
                  <a:lnTo>
                    <a:pt x="8385" y="1454"/>
                  </a:lnTo>
                  <a:lnTo>
                    <a:pt x="7998" y="1115"/>
                  </a:lnTo>
                  <a:lnTo>
                    <a:pt x="7610" y="824"/>
                  </a:lnTo>
                  <a:lnTo>
                    <a:pt x="7222" y="582"/>
                  </a:lnTo>
                  <a:lnTo>
                    <a:pt x="6786" y="388"/>
                  </a:lnTo>
                  <a:lnTo>
                    <a:pt x="6350" y="243"/>
                  </a:lnTo>
                  <a:lnTo>
                    <a:pt x="5865" y="97"/>
                  </a:lnTo>
                  <a:lnTo>
                    <a:pt x="5380" y="49"/>
                  </a:lnTo>
                  <a:lnTo>
                    <a:pt x="48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6"/>
          <p:cNvSpPr txBox="1">
            <a:spLocks noGrp="1"/>
          </p:cNvSpPr>
          <p:nvPr>
            <p:ph type="title"/>
          </p:nvPr>
        </p:nvSpPr>
        <p:spPr>
          <a:xfrm>
            <a:off x="3862975" y="1655500"/>
            <a:ext cx="4567800" cy="116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900"/>
              <a:t>Project Goal</a:t>
            </a:r>
            <a:endParaRPr sz="5900"/>
          </a:p>
        </p:txBody>
      </p:sp>
      <p:sp>
        <p:nvSpPr>
          <p:cNvPr id="408" name="Google Shape;408;p36"/>
          <p:cNvSpPr txBox="1">
            <a:spLocks noGrp="1"/>
          </p:cNvSpPr>
          <p:nvPr>
            <p:ph type="subTitle" idx="1"/>
          </p:nvPr>
        </p:nvSpPr>
        <p:spPr>
          <a:xfrm>
            <a:off x="3862975" y="2816925"/>
            <a:ext cx="4567800" cy="70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a:t>We aim to forecast patient recovery using data from wearable sensors.</a:t>
            </a:r>
            <a:endParaRPr/>
          </a:p>
        </p:txBody>
      </p:sp>
      <p:grpSp>
        <p:nvGrpSpPr>
          <p:cNvPr id="409" name="Google Shape;409;p36"/>
          <p:cNvGrpSpPr/>
          <p:nvPr/>
        </p:nvGrpSpPr>
        <p:grpSpPr>
          <a:xfrm>
            <a:off x="-541907" y="-622274"/>
            <a:ext cx="4136119" cy="6091167"/>
            <a:chOff x="-541907" y="-622274"/>
            <a:chExt cx="4136119" cy="6091167"/>
          </a:xfrm>
        </p:grpSpPr>
        <p:sp>
          <p:nvSpPr>
            <p:cNvPr id="410" name="Google Shape;410;p36"/>
            <p:cNvSpPr/>
            <p:nvPr/>
          </p:nvSpPr>
          <p:spPr>
            <a:xfrm rot="10800000">
              <a:off x="84193" y="4041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6"/>
            <p:cNvSpPr/>
            <p:nvPr/>
          </p:nvSpPr>
          <p:spPr>
            <a:xfrm rot="10800000">
              <a:off x="993581" y="4569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6"/>
            <p:cNvSpPr/>
            <p:nvPr/>
          </p:nvSpPr>
          <p:spPr>
            <a:xfrm rot="10800000">
              <a:off x="2040588" y="96213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6"/>
            <p:cNvSpPr/>
            <p:nvPr/>
          </p:nvSpPr>
          <p:spPr>
            <a:xfrm rot="10800000">
              <a:off x="-541907" y="9621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6"/>
            <p:cNvSpPr/>
            <p:nvPr/>
          </p:nvSpPr>
          <p:spPr>
            <a:xfrm flipH="1">
              <a:off x="993584" y="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6"/>
            <p:cNvSpPr/>
            <p:nvPr/>
          </p:nvSpPr>
          <p:spPr>
            <a:xfrm flipH="1">
              <a:off x="713235" y="227519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6"/>
            <p:cNvSpPr/>
            <p:nvPr/>
          </p:nvSpPr>
          <p:spPr>
            <a:xfrm flipH="1">
              <a:off x="421473" y="17788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6"/>
            <p:cNvSpPr/>
            <p:nvPr/>
          </p:nvSpPr>
          <p:spPr>
            <a:xfrm flipH="1">
              <a:off x="1611716" y="14749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p:cNvSpPr/>
            <p:nvPr/>
          </p:nvSpPr>
          <p:spPr>
            <a:xfrm flipH="1">
              <a:off x="2597873" y="-62227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p:cNvSpPr/>
            <p:nvPr/>
          </p:nvSpPr>
          <p:spPr>
            <a:xfrm flipH="1">
              <a:off x="1260177" y="26512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p:cNvSpPr/>
            <p:nvPr/>
          </p:nvSpPr>
          <p:spPr>
            <a:xfrm flipH="1">
              <a:off x="2180770" y="-1382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p:cNvSpPr/>
            <p:nvPr/>
          </p:nvSpPr>
          <p:spPr>
            <a:xfrm rot="10800000">
              <a:off x="1759176" y="40451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p:cNvSpPr/>
            <p:nvPr/>
          </p:nvSpPr>
          <p:spPr>
            <a:xfrm rot="10800000">
              <a:off x="2367643" y="26512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6"/>
            <p:cNvSpPr/>
            <p:nvPr/>
          </p:nvSpPr>
          <p:spPr>
            <a:xfrm rot="10800000">
              <a:off x="503546" y="35577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6"/>
            <p:cNvSpPr/>
            <p:nvPr/>
          </p:nvSpPr>
          <p:spPr>
            <a:xfrm rot="10800000">
              <a:off x="1759170" y="450077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6"/>
            <p:cNvSpPr/>
            <p:nvPr/>
          </p:nvSpPr>
          <p:spPr>
            <a:xfrm flipH="1">
              <a:off x="-125473" y="53949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p:cNvSpPr/>
            <p:nvPr/>
          </p:nvSpPr>
          <p:spPr>
            <a:xfrm flipH="1">
              <a:off x="2755502" y="3194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27" name="Google Shape;427;p36"/>
          <p:cNvCxnSpPr/>
          <p:nvPr/>
        </p:nvCxnSpPr>
        <p:spPr>
          <a:xfrm>
            <a:off x="3967400" y="1655488"/>
            <a:ext cx="373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100"/>
              <a:t>Relevance</a:t>
            </a:r>
            <a:r>
              <a:rPr lang="en"/>
              <a:t> </a:t>
            </a:r>
            <a:endParaRPr/>
          </a:p>
        </p:txBody>
      </p:sp>
      <p:sp>
        <p:nvSpPr>
          <p:cNvPr id="433" name="Google Shape;433;p37"/>
          <p:cNvSpPr txBox="1">
            <a:spLocks noGrp="1"/>
          </p:cNvSpPr>
          <p:nvPr>
            <p:ph type="subTitle" idx="1"/>
          </p:nvPr>
        </p:nvSpPr>
        <p:spPr>
          <a:xfrm>
            <a:off x="4821075" y="2782975"/>
            <a:ext cx="2844000" cy="116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With a sensitive enough model, patients showing signs of backsliding could be identified as being at risk of decline.</a:t>
            </a:r>
            <a:endParaRPr/>
          </a:p>
        </p:txBody>
      </p:sp>
      <p:sp>
        <p:nvSpPr>
          <p:cNvPr id="434" name="Google Shape;434;p37"/>
          <p:cNvSpPr txBox="1">
            <a:spLocks noGrp="1"/>
          </p:cNvSpPr>
          <p:nvPr>
            <p:ph type="subTitle" idx="2"/>
          </p:nvPr>
        </p:nvSpPr>
        <p:spPr>
          <a:xfrm>
            <a:off x="1478950" y="2782975"/>
            <a:ext cx="2844000" cy="116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With reliable forecasting, physicians could optimize treatment with less trial and error and patient burden.</a:t>
            </a:r>
            <a:endParaRPr/>
          </a:p>
        </p:txBody>
      </p:sp>
      <p:sp>
        <p:nvSpPr>
          <p:cNvPr id="435" name="Google Shape;435;p37"/>
          <p:cNvSpPr txBox="1">
            <a:spLocks noGrp="1"/>
          </p:cNvSpPr>
          <p:nvPr>
            <p:ph type="subTitle" idx="3"/>
          </p:nvPr>
        </p:nvSpPr>
        <p:spPr>
          <a:xfrm>
            <a:off x="1478950" y="2370625"/>
            <a:ext cx="2844000"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Fast Feedback</a:t>
            </a:r>
            <a:endParaRPr/>
          </a:p>
        </p:txBody>
      </p:sp>
      <p:sp>
        <p:nvSpPr>
          <p:cNvPr id="436" name="Google Shape;436;p37"/>
          <p:cNvSpPr txBox="1">
            <a:spLocks noGrp="1"/>
          </p:cNvSpPr>
          <p:nvPr>
            <p:ph type="subTitle" idx="4"/>
          </p:nvPr>
        </p:nvSpPr>
        <p:spPr>
          <a:xfrm>
            <a:off x="4821091" y="2370625"/>
            <a:ext cx="2844000"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Warning Signs</a:t>
            </a:r>
            <a:endParaRPr/>
          </a:p>
        </p:txBody>
      </p:sp>
      <p:grpSp>
        <p:nvGrpSpPr>
          <p:cNvPr id="437" name="Google Shape;437;p37"/>
          <p:cNvGrpSpPr/>
          <p:nvPr/>
        </p:nvGrpSpPr>
        <p:grpSpPr>
          <a:xfrm>
            <a:off x="2705419" y="1788587"/>
            <a:ext cx="391048" cy="392133"/>
            <a:chOff x="5324467" y="3315312"/>
            <a:chExt cx="391048" cy="392133"/>
          </a:xfrm>
        </p:grpSpPr>
        <p:sp>
          <p:nvSpPr>
            <p:cNvPr id="438" name="Google Shape;438;p37"/>
            <p:cNvSpPr/>
            <p:nvPr/>
          </p:nvSpPr>
          <p:spPr>
            <a:xfrm>
              <a:off x="5340897" y="3322973"/>
              <a:ext cx="111734" cy="132549"/>
            </a:xfrm>
            <a:custGeom>
              <a:avLst/>
              <a:gdLst/>
              <a:ahLst/>
              <a:cxnLst/>
              <a:rect l="l" t="t" r="r" b="b"/>
              <a:pathLst>
                <a:path w="4944" h="5865" extrusionOk="0">
                  <a:moveTo>
                    <a:pt x="2472" y="1018"/>
                  </a:moveTo>
                  <a:lnTo>
                    <a:pt x="2666" y="1067"/>
                  </a:lnTo>
                  <a:lnTo>
                    <a:pt x="2811" y="1164"/>
                  </a:lnTo>
                  <a:lnTo>
                    <a:pt x="2957" y="1358"/>
                  </a:lnTo>
                  <a:lnTo>
                    <a:pt x="3005" y="1551"/>
                  </a:lnTo>
                  <a:lnTo>
                    <a:pt x="2957" y="1745"/>
                  </a:lnTo>
                  <a:lnTo>
                    <a:pt x="2811" y="1891"/>
                  </a:lnTo>
                  <a:lnTo>
                    <a:pt x="2666" y="1988"/>
                  </a:lnTo>
                  <a:lnTo>
                    <a:pt x="2472" y="2036"/>
                  </a:lnTo>
                  <a:lnTo>
                    <a:pt x="2278" y="1988"/>
                  </a:lnTo>
                  <a:lnTo>
                    <a:pt x="2133" y="1891"/>
                  </a:lnTo>
                  <a:lnTo>
                    <a:pt x="1988" y="1745"/>
                  </a:lnTo>
                  <a:lnTo>
                    <a:pt x="1988" y="1551"/>
                  </a:lnTo>
                  <a:lnTo>
                    <a:pt x="1988" y="1358"/>
                  </a:lnTo>
                  <a:lnTo>
                    <a:pt x="2133" y="1164"/>
                  </a:lnTo>
                  <a:lnTo>
                    <a:pt x="2278" y="1067"/>
                  </a:lnTo>
                  <a:lnTo>
                    <a:pt x="2472" y="1018"/>
                  </a:lnTo>
                  <a:close/>
                  <a:moveTo>
                    <a:pt x="2472" y="3054"/>
                  </a:moveTo>
                  <a:lnTo>
                    <a:pt x="2763" y="3102"/>
                  </a:lnTo>
                  <a:lnTo>
                    <a:pt x="3054" y="3151"/>
                  </a:lnTo>
                  <a:lnTo>
                    <a:pt x="3296" y="3296"/>
                  </a:lnTo>
                  <a:lnTo>
                    <a:pt x="3490" y="3490"/>
                  </a:lnTo>
                  <a:lnTo>
                    <a:pt x="3684" y="3684"/>
                  </a:lnTo>
                  <a:lnTo>
                    <a:pt x="3829" y="3926"/>
                  </a:lnTo>
                  <a:lnTo>
                    <a:pt x="3878" y="4217"/>
                  </a:lnTo>
                  <a:lnTo>
                    <a:pt x="3926" y="4508"/>
                  </a:lnTo>
                  <a:lnTo>
                    <a:pt x="3926" y="4847"/>
                  </a:lnTo>
                  <a:lnTo>
                    <a:pt x="1018" y="4847"/>
                  </a:lnTo>
                  <a:lnTo>
                    <a:pt x="1018" y="4508"/>
                  </a:lnTo>
                  <a:lnTo>
                    <a:pt x="1067" y="4217"/>
                  </a:lnTo>
                  <a:lnTo>
                    <a:pt x="1115" y="3926"/>
                  </a:lnTo>
                  <a:lnTo>
                    <a:pt x="1261" y="3684"/>
                  </a:lnTo>
                  <a:lnTo>
                    <a:pt x="1454" y="3490"/>
                  </a:lnTo>
                  <a:lnTo>
                    <a:pt x="1648" y="3296"/>
                  </a:lnTo>
                  <a:lnTo>
                    <a:pt x="1891" y="3151"/>
                  </a:lnTo>
                  <a:lnTo>
                    <a:pt x="2181" y="3102"/>
                  </a:lnTo>
                  <a:lnTo>
                    <a:pt x="2472" y="3054"/>
                  </a:lnTo>
                  <a:close/>
                  <a:moveTo>
                    <a:pt x="2472" y="1"/>
                  </a:moveTo>
                  <a:lnTo>
                    <a:pt x="2181" y="49"/>
                  </a:lnTo>
                  <a:lnTo>
                    <a:pt x="1891" y="146"/>
                  </a:lnTo>
                  <a:lnTo>
                    <a:pt x="1600" y="291"/>
                  </a:lnTo>
                  <a:lnTo>
                    <a:pt x="1406" y="437"/>
                  </a:lnTo>
                  <a:lnTo>
                    <a:pt x="1212" y="679"/>
                  </a:lnTo>
                  <a:lnTo>
                    <a:pt x="1067" y="921"/>
                  </a:lnTo>
                  <a:lnTo>
                    <a:pt x="970" y="1212"/>
                  </a:lnTo>
                  <a:lnTo>
                    <a:pt x="970" y="1551"/>
                  </a:lnTo>
                  <a:lnTo>
                    <a:pt x="970" y="1745"/>
                  </a:lnTo>
                  <a:lnTo>
                    <a:pt x="1018" y="1988"/>
                  </a:lnTo>
                  <a:lnTo>
                    <a:pt x="1115" y="2181"/>
                  </a:lnTo>
                  <a:lnTo>
                    <a:pt x="1212" y="2375"/>
                  </a:lnTo>
                  <a:lnTo>
                    <a:pt x="970" y="2569"/>
                  </a:lnTo>
                  <a:lnTo>
                    <a:pt x="727" y="2763"/>
                  </a:lnTo>
                  <a:lnTo>
                    <a:pt x="534" y="3005"/>
                  </a:lnTo>
                  <a:lnTo>
                    <a:pt x="340" y="3296"/>
                  </a:lnTo>
                  <a:lnTo>
                    <a:pt x="194" y="3538"/>
                  </a:lnTo>
                  <a:lnTo>
                    <a:pt x="97" y="3878"/>
                  </a:lnTo>
                  <a:lnTo>
                    <a:pt x="0" y="4169"/>
                  </a:lnTo>
                  <a:lnTo>
                    <a:pt x="0" y="4508"/>
                  </a:lnTo>
                  <a:lnTo>
                    <a:pt x="0" y="5380"/>
                  </a:lnTo>
                  <a:lnTo>
                    <a:pt x="49" y="5574"/>
                  </a:lnTo>
                  <a:lnTo>
                    <a:pt x="146" y="5719"/>
                  </a:lnTo>
                  <a:lnTo>
                    <a:pt x="291" y="5816"/>
                  </a:lnTo>
                  <a:lnTo>
                    <a:pt x="534" y="5865"/>
                  </a:lnTo>
                  <a:lnTo>
                    <a:pt x="4459" y="5865"/>
                  </a:lnTo>
                  <a:lnTo>
                    <a:pt x="4653" y="5816"/>
                  </a:lnTo>
                  <a:lnTo>
                    <a:pt x="4799" y="5719"/>
                  </a:lnTo>
                  <a:lnTo>
                    <a:pt x="4895" y="5574"/>
                  </a:lnTo>
                  <a:lnTo>
                    <a:pt x="4944" y="5380"/>
                  </a:lnTo>
                  <a:lnTo>
                    <a:pt x="4944" y="4508"/>
                  </a:lnTo>
                  <a:lnTo>
                    <a:pt x="4944" y="4169"/>
                  </a:lnTo>
                  <a:lnTo>
                    <a:pt x="4847" y="3878"/>
                  </a:lnTo>
                  <a:lnTo>
                    <a:pt x="4750" y="3538"/>
                  </a:lnTo>
                  <a:lnTo>
                    <a:pt x="4605" y="3296"/>
                  </a:lnTo>
                  <a:lnTo>
                    <a:pt x="4459" y="3005"/>
                  </a:lnTo>
                  <a:lnTo>
                    <a:pt x="4217" y="2763"/>
                  </a:lnTo>
                  <a:lnTo>
                    <a:pt x="3975" y="2569"/>
                  </a:lnTo>
                  <a:lnTo>
                    <a:pt x="3732" y="2375"/>
                  </a:lnTo>
                  <a:lnTo>
                    <a:pt x="3829" y="2181"/>
                  </a:lnTo>
                  <a:lnTo>
                    <a:pt x="3926" y="1988"/>
                  </a:lnTo>
                  <a:lnTo>
                    <a:pt x="3975" y="1745"/>
                  </a:lnTo>
                  <a:lnTo>
                    <a:pt x="3975" y="1551"/>
                  </a:lnTo>
                  <a:lnTo>
                    <a:pt x="3975" y="1212"/>
                  </a:lnTo>
                  <a:lnTo>
                    <a:pt x="3878" y="921"/>
                  </a:lnTo>
                  <a:lnTo>
                    <a:pt x="3732" y="679"/>
                  </a:lnTo>
                  <a:lnTo>
                    <a:pt x="3538" y="437"/>
                  </a:lnTo>
                  <a:lnTo>
                    <a:pt x="3345" y="291"/>
                  </a:lnTo>
                  <a:lnTo>
                    <a:pt x="3054" y="146"/>
                  </a:lnTo>
                  <a:lnTo>
                    <a:pt x="2763" y="49"/>
                  </a:ln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7"/>
            <p:cNvSpPr/>
            <p:nvPr/>
          </p:nvSpPr>
          <p:spPr>
            <a:xfrm>
              <a:off x="5587350" y="3567234"/>
              <a:ext cx="111734" cy="132549"/>
            </a:xfrm>
            <a:custGeom>
              <a:avLst/>
              <a:gdLst/>
              <a:ahLst/>
              <a:cxnLst/>
              <a:rect l="l" t="t" r="r" b="b"/>
              <a:pathLst>
                <a:path w="4944" h="5865" extrusionOk="0">
                  <a:moveTo>
                    <a:pt x="2472" y="1018"/>
                  </a:moveTo>
                  <a:lnTo>
                    <a:pt x="2666" y="1066"/>
                  </a:lnTo>
                  <a:lnTo>
                    <a:pt x="2811" y="1163"/>
                  </a:lnTo>
                  <a:lnTo>
                    <a:pt x="2956" y="1357"/>
                  </a:lnTo>
                  <a:lnTo>
                    <a:pt x="3005" y="1551"/>
                  </a:lnTo>
                  <a:lnTo>
                    <a:pt x="2956" y="1745"/>
                  </a:lnTo>
                  <a:lnTo>
                    <a:pt x="2811" y="1890"/>
                  </a:lnTo>
                  <a:lnTo>
                    <a:pt x="2666" y="1987"/>
                  </a:lnTo>
                  <a:lnTo>
                    <a:pt x="2472" y="2036"/>
                  </a:lnTo>
                  <a:lnTo>
                    <a:pt x="2278" y="1987"/>
                  </a:lnTo>
                  <a:lnTo>
                    <a:pt x="2133" y="1890"/>
                  </a:lnTo>
                  <a:lnTo>
                    <a:pt x="1987" y="1745"/>
                  </a:lnTo>
                  <a:lnTo>
                    <a:pt x="1987" y="1551"/>
                  </a:lnTo>
                  <a:lnTo>
                    <a:pt x="1987" y="1357"/>
                  </a:lnTo>
                  <a:lnTo>
                    <a:pt x="2133" y="1163"/>
                  </a:lnTo>
                  <a:lnTo>
                    <a:pt x="2278" y="1066"/>
                  </a:lnTo>
                  <a:lnTo>
                    <a:pt x="2472" y="1018"/>
                  </a:lnTo>
                  <a:close/>
                  <a:moveTo>
                    <a:pt x="2472" y="3053"/>
                  </a:moveTo>
                  <a:lnTo>
                    <a:pt x="2763" y="3102"/>
                  </a:lnTo>
                  <a:lnTo>
                    <a:pt x="3053" y="3150"/>
                  </a:lnTo>
                  <a:lnTo>
                    <a:pt x="3296" y="3296"/>
                  </a:lnTo>
                  <a:lnTo>
                    <a:pt x="3490" y="3490"/>
                  </a:lnTo>
                  <a:lnTo>
                    <a:pt x="3683" y="3684"/>
                  </a:lnTo>
                  <a:lnTo>
                    <a:pt x="3829" y="3926"/>
                  </a:lnTo>
                  <a:lnTo>
                    <a:pt x="3877" y="4217"/>
                  </a:lnTo>
                  <a:lnTo>
                    <a:pt x="3926" y="4507"/>
                  </a:lnTo>
                  <a:lnTo>
                    <a:pt x="3926" y="4847"/>
                  </a:lnTo>
                  <a:lnTo>
                    <a:pt x="1018" y="4847"/>
                  </a:lnTo>
                  <a:lnTo>
                    <a:pt x="1018" y="4507"/>
                  </a:lnTo>
                  <a:lnTo>
                    <a:pt x="1066" y="4217"/>
                  </a:lnTo>
                  <a:lnTo>
                    <a:pt x="1115" y="3926"/>
                  </a:lnTo>
                  <a:lnTo>
                    <a:pt x="1260" y="3684"/>
                  </a:lnTo>
                  <a:lnTo>
                    <a:pt x="1454" y="3490"/>
                  </a:lnTo>
                  <a:lnTo>
                    <a:pt x="1648" y="3296"/>
                  </a:lnTo>
                  <a:lnTo>
                    <a:pt x="1890" y="3150"/>
                  </a:lnTo>
                  <a:lnTo>
                    <a:pt x="2181" y="3102"/>
                  </a:lnTo>
                  <a:lnTo>
                    <a:pt x="2472" y="3053"/>
                  </a:lnTo>
                  <a:close/>
                  <a:moveTo>
                    <a:pt x="2472" y="0"/>
                  </a:moveTo>
                  <a:lnTo>
                    <a:pt x="2181" y="49"/>
                  </a:lnTo>
                  <a:lnTo>
                    <a:pt x="1890" y="146"/>
                  </a:lnTo>
                  <a:lnTo>
                    <a:pt x="1599" y="291"/>
                  </a:lnTo>
                  <a:lnTo>
                    <a:pt x="1406" y="436"/>
                  </a:lnTo>
                  <a:lnTo>
                    <a:pt x="1212" y="679"/>
                  </a:lnTo>
                  <a:lnTo>
                    <a:pt x="1066" y="921"/>
                  </a:lnTo>
                  <a:lnTo>
                    <a:pt x="969" y="1212"/>
                  </a:lnTo>
                  <a:lnTo>
                    <a:pt x="969" y="1551"/>
                  </a:lnTo>
                  <a:lnTo>
                    <a:pt x="969" y="1745"/>
                  </a:lnTo>
                  <a:lnTo>
                    <a:pt x="1018" y="1987"/>
                  </a:lnTo>
                  <a:lnTo>
                    <a:pt x="1115" y="2181"/>
                  </a:lnTo>
                  <a:lnTo>
                    <a:pt x="1212" y="2375"/>
                  </a:lnTo>
                  <a:lnTo>
                    <a:pt x="969" y="2569"/>
                  </a:lnTo>
                  <a:lnTo>
                    <a:pt x="727" y="2763"/>
                  </a:lnTo>
                  <a:lnTo>
                    <a:pt x="533" y="3005"/>
                  </a:lnTo>
                  <a:lnTo>
                    <a:pt x="339" y="3296"/>
                  </a:lnTo>
                  <a:lnTo>
                    <a:pt x="194" y="3538"/>
                  </a:lnTo>
                  <a:lnTo>
                    <a:pt x="97" y="3877"/>
                  </a:lnTo>
                  <a:lnTo>
                    <a:pt x="0" y="4168"/>
                  </a:lnTo>
                  <a:lnTo>
                    <a:pt x="0" y="4507"/>
                  </a:lnTo>
                  <a:lnTo>
                    <a:pt x="0" y="5380"/>
                  </a:lnTo>
                  <a:lnTo>
                    <a:pt x="49" y="5574"/>
                  </a:lnTo>
                  <a:lnTo>
                    <a:pt x="146" y="5719"/>
                  </a:lnTo>
                  <a:lnTo>
                    <a:pt x="291" y="5816"/>
                  </a:lnTo>
                  <a:lnTo>
                    <a:pt x="533" y="5864"/>
                  </a:lnTo>
                  <a:lnTo>
                    <a:pt x="4459" y="5864"/>
                  </a:lnTo>
                  <a:lnTo>
                    <a:pt x="4653" y="5816"/>
                  </a:lnTo>
                  <a:lnTo>
                    <a:pt x="4798" y="5719"/>
                  </a:lnTo>
                  <a:lnTo>
                    <a:pt x="4895" y="5574"/>
                  </a:lnTo>
                  <a:lnTo>
                    <a:pt x="4944" y="5380"/>
                  </a:lnTo>
                  <a:lnTo>
                    <a:pt x="4944" y="4507"/>
                  </a:lnTo>
                  <a:lnTo>
                    <a:pt x="4944" y="4168"/>
                  </a:lnTo>
                  <a:lnTo>
                    <a:pt x="4847" y="3877"/>
                  </a:lnTo>
                  <a:lnTo>
                    <a:pt x="4750" y="3538"/>
                  </a:lnTo>
                  <a:lnTo>
                    <a:pt x="4604" y="3296"/>
                  </a:lnTo>
                  <a:lnTo>
                    <a:pt x="4459" y="3005"/>
                  </a:lnTo>
                  <a:lnTo>
                    <a:pt x="4217" y="2763"/>
                  </a:lnTo>
                  <a:lnTo>
                    <a:pt x="3974" y="2569"/>
                  </a:lnTo>
                  <a:lnTo>
                    <a:pt x="3732" y="2375"/>
                  </a:lnTo>
                  <a:lnTo>
                    <a:pt x="3829" y="2181"/>
                  </a:lnTo>
                  <a:lnTo>
                    <a:pt x="3926" y="1987"/>
                  </a:lnTo>
                  <a:lnTo>
                    <a:pt x="3974" y="1745"/>
                  </a:lnTo>
                  <a:lnTo>
                    <a:pt x="3974" y="1551"/>
                  </a:lnTo>
                  <a:lnTo>
                    <a:pt x="3974" y="1212"/>
                  </a:lnTo>
                  <a:lnTo>
                    <a:pt x="3877" y="921"/>
                  </a:lnTo>
                  <a:lnTo>
                    <a:pt x="3732" y="679"/>
                  </a:lnTo>
                  <a:lnTo>
                    <a:pt x="3538" y="436"/>
                  </a:lnTo>
                  <a:lnTo>
                    <a:pt x="3344" y="291"/>
                  </a:lnTo>
                  <a:lnTo>
                    <a:pt x="3053" y="146"/>
                  </a:lnTo>
                  <a:lnTo>
                    <a:pt x="2763" y="49"/>
                  </a:lnTo>
                  <a:lnTo>
                    <a:pt x="24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7"/>
            <p:cNvSpPr/>
            <p:nvPr/>
          </p:nvSpPr>
          <p:spPr>
            <a:xfrm>
              <a:off x="5570920" y="3315312"/>
              <a:ext cx="144595" cy="147894"/>
            </a:xfrm>
            <a:custGeom>
              <a:avLst/>
              <a:gdLst/>
              <a:ahLst/>
              <a:cxnLst/>
              <a:rect l="l" t="t" r="r" b="b"/>
              <a:pathLst>
                <a:path w="6398" h="6544" extrusionOk="0">
                  <a:moveTo>
                    <a:pt x="5380" y="1018"/>
                  </a:moveTo>
                  <a:lnTo>
                    <a:pt x="5380" y="3393"/>
                  </a:lnTo>
                  <a:lnTo>
                    <a:pt x="1018" y="3393"/>
                  </a:lnTo>
                  <a:lnTo>
                    <a:pt x="1018" y="1018"/>
                  </a:lnTo>
                  <a:close/>
                  <a:moveTo>
                    <a:pt x="485" y="0"/>
                  </a:moveTo>
                  <a:lnTo>
                    <a:pt x="291" y="49"/>
                  </a:lnTo>
                  <a:lnTo>
                    <a:pt x="146" y="146"/>
                  </a:lnTo>
                  <a:lnTo>
                    <a:pt x="0" y="340"/>
                  </a:lnTo>
                  <a:lnTo>
                    <a:pt x="0" y="533"/>
                  </a:lnTo>
                  <a:lnTo>
                    <a:pt x="0" y="3926"/>
                  </a:lnTo>
                  <a:lnTo>
                    <a:pt x="0" y="4120"/>
                  </a:lnTo>
                  <a:lnTo>
                    <a:pt x="146" y="4265"/>
                  </a:lnTo>
                  <a:lnTo>
                    <a:pt x="291" y="4362"/>
                  </a:lnTo>
                  <a:lnTo>
                    <a:pt x="485" y="4411"/>
                  </a:lnTo>
                  <a:lnTo>
                    <a:pt x="2714" y="4411"/>
                  </a:lnTo>
                  <a:lnTo>
                    <a:pt x="2714" y="5525"/>
                  </a:lnTo>
                  <a:lnTo>
                    <a:pt x="1696" y="5525"/>
                  </a:lnTo>
                  <a:lnTo>
                    <a:pt x="1503" y="5574"/>
                  </a:lnTo>
                  <a:lnTo>
                    <a:pt x="1357" y="5671"/>
                  </a:lnTo>
                  <a:lnTo>
                    <a:pt x="1260" y="5865"/>
                  </a:lnTo>
                  <a:lnTo>
                    <a:pt x="1212" y="6058"/>
                  </a:lnTo>
                  <a:lnTo>
                    <a:pt x="1260" y="6252"/>
                  </a:lnTo>
                  <a:lnTo>
                    <a:pt x="1357" y="6398"/>
                  </a:lnTo>
                  <a:lnTo>
                    <a:pt x="1503" y="6495"/>
                  </a:lnTo>
                  <a:lnTo>
                    <a:pt x="1696" y="6543"/>
                  </a:lnTo>
                  <a:lnTo>
                    <a:pt x="4701" y="6543"/>
                  </a:lnTo>
                  <a:lnTo>
                    <a:pt x="4895" y="6495"/>
                  </a:lnTo>
                  <a:lnTo>
                    <a:pt x="5041" y="6398"/>
                  </a:lnTo>
                  <a:lnTo>
                    <a:pt x="5137" y="6252"/>
                  </a:lnTo>
                  <a:lnTo>
                    <a:pt x="5186" y="6058"/>
                  </a:lnTo>
                  <a:lnTo>
                    <a:pt x="5137" y="5865"/>
                  </a:lnTo>
                  <a:lnTo>
                    <a:pt x="5041" y="5671"/>
                  </a:lnTo>
                  <a:lnTo>
                    <a:pt x="4895" y="5574"/>
                  </a:lnTo>
                  <a:lnTo>
                    <a:pt x="4701" y="5525"/>
                  </a:lnTo>
                  <a:lnTo>
                    <a:pt x="3732" y="5525"/>
                  </a:lnTo>
                  <a:lnTo>
                    <a:pt x="3732" y="4411"/>
                  </a:lnTo>
                  <a:lnTo>
                    <a:pt x="5913" y="4411"/>
                  </a:lnTo>
                  <a:lnTo>
                    <a:pt x="6107" y="4362"/>
                  </a:lnTo>
                  <a:lnTo>
                    <a:pt x="6252" y="4265"/>
                  </a:lnTo>
                  <a:lnTo>
                    <a:pt x="6398" y="4120"/>
                  </a:lnTo>
                  <a:lnTo>
                    <a:pt x="6398" y="3926"/>
                  </a:lnTo>
                  <a:lnTo>
                    <a:pt x="6398" y="533"/>
                  </a:lnTo>
                  <a:lnTo>
                    <a:pt x="6398" y="340"/>
                  </a:lnTo>
                  <a:lnTo>
                    <a:pt x="6252" y="146"/>
                  </a:lnTo>
                  <a:lnTo>
                    <a:pt x="6107" y="49"/>
                  </a:lnTo>
                  <a:lnTo>
                    <a:pt x="59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7"/>
            <p:cNvSpPr/>
            <p:nvPr/>
          </p:nvSpPr>
          <p:spPr>
            <a:xfrm>
              <a:off x="5324467" y="3559550"/>
              <a:ext cx="144595" cy="147894"/>
            </a:xfrm>
            <a:custGeom>
              <a:avLst/>
              <a:gdLst/>
              <a:ahLst/>
              <a:cxnLst/>
              <a:rect l="l" t="t" r="r" b="b"/>
              <a:pathLst>
                <a:path w="6398" h="6544" extrusionOk="0">
                  <a:moveTo>
                    <a:pt x="5380" y="1019"/>
                  </a:moveTo>
                  <a:lnTo>
                    <a:pt x="5380" y="3393"/>
                  </a:lnTo>
                  <a:lnTo>
                    <a:pt x="1018" y="3393"/>
                  </a:lnTo>
                  <a:lnTo>
                    <a:pt x="1018" y="1019"/>
                  </a:lnTo>
                  <a:close/>
                  <a:moveTo>
                    <a:pt x="485" y="1"/>
                  </a:moveTo>
                  <a:lnTo>
                    <a:pt x="291" y="49"/>
                  </a:lnTo>
                  <a:lnTo>
                    <a:pt x="146" y="146"/>
                  </a:lnTo>
                  <a:lnTo>
                    <a:pt x="1" y="340"/>
                  </a:lnTo>
                  <a:lnTo>
                    <a:pt x="1" y="534"/>
                  </a:lnTo>
                  <a:lnTo>
                    <a:pt x="1" y="3927"/>
                  </a:lnTo>
                  <a:lnTo>
                    <a:pt x="1" y="4120"/>
                  </a:lnTo>
                  <a:lnTo>
                    <a:pt x="146" y="4266"/>
                  </a:lnTo>
                  <a:lnTo>
                    <a:pt x="291" y="4363"/>
                  </a:lnTo>
                  <a:lnTo>
                    <a:pt x="485" y="4411"/>
                  </a:lnTo>
                  <a:lnTo>
                    <a:pt x="2715" y="4411"/>
                  </a:lnTo>
                  <a:lnTo>
                    <a:pt x="2715" y="5526"/>
                  </a:lnTo>
                  <a:lnTo>
                    <a:pt x="1697" y="5526"/>
                  </a:lnTo>
                  <a:lnTo>
                    <a:pt x="1503" y="5574"/>
                  </a:lnTo>
                  <a:lnTo>
                    <a:pt x="1358" y="5671"/>
                  </a:lnTo>
                  <a:lnTo>
                    <a:pt x="1261" y="5817"/>
                  </a:lnTo>
                  <a:lnTo>
                    <a:pt x="1212" y="6059"/>
                  </a:lnTo>
                  <a:lnTo>
                    <a:pt x="1261" y="6253"/>
                  </a:lnTo>
                  <a:lnTo>
                    <a:pt x="1358" y="6398"/>
                  </a:lnTo>
                  <a:lnTo>
                    <a:pt x="1503" y="6495"/>
                  </a:lnTo>
                  <a:lnTo>
                    <a:pt x="1697" y="6544"/>
                  </a:lnTo>
                  <a:lnTo>
                    <a:pt x="4702" y="6544"/>
                  </a:lnTo>
                  <a:lnTo>
                    <a:pt x="4895" y="6495"/>
                  </a:lnTo>
                  <a:lnTo>
                    <a:pt x="5041" y="6398"/>
                  </a:lnTo>
                  <a:lnTo>
                    <a:pt x="5138" y="6253"/>
                  </a:lnTo>
                  <a:lnTo>
                    <a:pt x="5186" y="6059"/>
                  </a:lnTo>
                  <a:lnTo>
                    <a:pt x="5138" y="5817"/>
                  </a:lnTo>
                  <a:lnTo>
                    <a:pt x="5041" y="5671"/>
                  </a:lnTo>
                  <a:lnTo>
                    <a:pt x="4895" y="5574"/>
                  </a:lnTo>
                  <a:lnTo>
                    <a:pt x="4702" y="5526"/>
                  </a:lnTo>
                  <a:lnTo>
                    <a:pt x="3732" y="5526"/>
                  </a:lnTo>
                  <a:lnTo>
                    <a:pt x="3732" y="4411"/>
                  </a:lnTo>
                  <a:lnTo>
                    <a:pt x="5913" y="4411"/>
                  </a:lnTo>
                  <a:lnTo>
                    <a:pt x="6107" y="4363"/>
                  </a:lnTo>
                  <a:lnTo>
                    <a:pt x="6252" y="4266"/>
                  </a:lnTo>
                  <a:lnTo>
                    <a:pt x="6398" y="4120"/>
                  </a:lnTo>
                  <a:lnTo>
                    <a:pt x="6398" y="3927"/>
                  </a:lnTo>
                  <a:lnTo>
                    <a:pt x="6398" y="534"/>
                  </a:lnTo>
                  <a:lnTo>
                    <a:pt x="6398" y="340"/>
                  </a:lnTo>
                  <a:lnTo>
                    <a:pt x="6252" y="146"/>
                  </a:lnTo>
                  <a:lnTo>
                    <a:pt x="6107" y="49"/>
                  </a:lnTo>
                  <a:lnTo>
                    <a:pt x="59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7"/>
            <p:cNvSpPr/>
            <p:nvPr/>
          </p:nvSpPr>
          <p:spPr>
            <a:xfrm>
              <a:off x="5607057" y="3491660"/>
              <a:ext cx="72320" cy="47121"/>
            </a:xfrm>
            <a:custGeom>
              <a:avLst/>
              <a:gdLst/>
              <a:ahLst/>
              <a:cxnLst/>
              <a:rect l="l" t="t" r="r" b="b"/>
              <a:pathLst>
                <a:path w="3200" h="2085" extrusionOk="0">
                  <a:moveTo>
                    <a:pt x="485" y="0"/>
                  </a:moveTo>
                  <a:lnTo>
                    <a:pt x="291" y="49"/>
                  </a:lnTo>
                  <a:lnTo>
                    <a:pt x="146" y="194"/>
                  </a:lnTo>
                  <a:lnTo>
                    <a:pt x="0" y="339"/>
                  </a:lnTo>
                  <a:lnTo>
                    <a:pt x="0" y="533"/>
                  </a:lnTo>
                  <a:lnTo>
                    <a:pt x="49" y="727"/>
                  </a:lnTo>
                  <a:lnTo>
                    <a:pt x="146" y="872"/>
                  </a:lnTo>
                  <a:lnTo>
                    <a:pt x="1261" y="1939"/>
                  </a:lnTo>
                  <a:lnTo>
                    <a:pt x="1406" y="2036"/>
                  </a:lnTo>
                  <a:lnTo>
                    <a:pt x="1600" y="2084"/>
                  </a:lnTo>
                  <a:lnTo>
                    <a:pt x="1794" y="2036"/>
                  </a:lnTo>
                  <a:lnTo>
                    <a:pt x="1939" y="1939"/>
                  </a:lnTo>
                  <a:lnTo>
                    <a:pt x="3054" y="872"/>
                  </a:lnTo>
                  <a:lnTo>
                    <a:pt x="3199" y="727"/>
                  </a:lnTo>
                  <a:lnTo>
                    <a:pt x="3199" y="533"/>
                  </a:lnTo>
                  <a:lnTo>
                    <a:pt x="3199" y="339"/>
                  </a:lnTo>
                  <a:lnTo>
                    <a:pt x="3102" y="194"/>
                  </a:lnTo>
                  <a:lnTo>
                    <a:pt x="2908" y="49"/>
                  </a:lnTo>
                  <a:lnTo>
                    <a:pt x="2715" y="0"/>
                  </a:lnTo>
                  <a:lnTo>
                    <a:pt x="2521" y="49"/>
                  </a:lnTo>
                  <a:lnTo>
                    <a:pt x="2375" y="146"/>
                  </a:lnTo>
                  <a:lnTo>
                    <a:pt x="1600" y="872"/>
                  </a:lnTo>
                  <a:lnTo>
                    <a:pt x="824" y="146"/>
                  </a:lnTo>
                  <a:lnTo>
                    <a:pt x="679" y="49"/>
                  </a:lnTo>
                  <a:lnTo>
                    <a:pt x="4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7"/>
            <p:cNvSpPr/>
            <p:nvPr/>
          </p:nvSpPr>
          <p:spPr>
            <a:xfrm>
              <a:off x="5360604" y="3483976"/>
              <a:ext cx="72320" cy="47121"/>
            </a:xfrm>
            <a:custGeom>
              <a:avLst/>
              <a:gdLst/>
              <a:ahLst/>
              <a:cxnLst/>
              <a:rect l="l" t="t" r="r" b="b"/>
              <a:pathLst>
                <a:path w="3200" h="2085" extrusionOk="0">
                  <a:moveTo>
                    <a:pt x="1600" y="1"/>
                  </a:moveTo>
                  <a:lnTo>
                    <a:pt x="1406" y="49"/>
                  </a:lnTo>
                  <a:lnTo>
                    <a:pt x="1261" y="146"/>
                  </a:lnTo>
                  <a:lnTo>
                    <a:pt x="146" y="1212"/>
                  </a:lnTo>
                  <a:lnTo>
                    <a:pt x="49" y="1358"/>
                  </a:lnTo>
                  <a:lnTo>
                    <a:pt x="1" y="1552"/>
                  </a:lnTo>
                  <a:lnTo>
                    <a:pt x="1" y="1746"/>
                  </a:lnTo>
                  <a:lnTo>
                    <a:pt x="146" y="1939"/>
                  </a:lnTo>
                  <a:lnTo>
                    <a:pt x="292" y="2036"/>
                  </a:lnTo>
                  <a:lnTo>
                    <a:pt x="486" y="2085"/>
                  </a:lnTo>
                  <a:lnTo>
                    <a:pt x="679" y="2036"/>
                  </a:lnTo>
                  <a:lnTo>
                    <a:pt x="825" y="1939"/>
                  </a:lnTo>
                  <a:lnTo>
                    <a:pt x="1600" y="1212"/>
                  </a:lnTo>
                  <a:lnTo>
                    <a:pt x="2376" y="1939"/>
                  </a:lnTo>
                  <a:lnTo>
                    <a:pt x="2521" y="2036"/>
                  </a:lnTo>
                  <a:lnTo>
                    <a:pt x="2715" y="2085"/>
                  </a:lnTo>
                  <a:lnTo>
                    <a:pt x="2909" y="2036"/>
                  </a:lnTo>
                  <a:lnTo>
                    <a:pt x="3103" y="1939"/>
                  </a:lnTo>
                  <a:lnTo>
                    <a:pt x="3200" y="1746"/>
                  </a:lnTo>
                  <a:lnTo>
                    <a:pt x="3200" y="1552"/>
                  </a:lnTo>
                  <a:lnTo>
                    <a:pt x="3200" y="1358"/>
                  </a:lnTo>
                  <a:lnTo>
                    <a:pt x="3054" y="1212"/>
                  </a:lnTo>
                  <a:lnTo>
                    <a:pt x="1939" y="146"/>
                  </a:lnTo>
                  <a:lnTo>
                    <a:pt x="1794" y="49"/>
                  </a:lnTo>
                  <a:lnTo>
                    <a:pt x="16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7"/>
            <p:cNvSpPr/>
            <p:nvPr/>
          </p:nvSpPr>
          <p:spPr>
            <a:xfrm>
              <a:off x="5488769" y="3352557"/>
              <a:ext cx="46014" cy="73405"/>
            </a:xfrm>
            <a:custGeom>
              <a:avLst/>
              <a:gdLst/>
              <a:ahLst/>
              <a:cxnLst/>
              <a:rect l="l" t="t" r="r" b="b"/>
              <a:pathLst>
                <a:path w="2036" h="3248" extrusionOk="0">
                  <a:moveTo>
                    <a:pt x="485" y="0"/>
                  </a:moveTo>
                  <a:lnTo>
                    <a:pt x="291" y="49"/>
                  </a:lnTo>
                  <a:lnTo>
                    <a:pt x="146" y="145"/>
                  </a:lnTo>
                  <a:lnTo>
                    <a:pt x="0" y="339"/>
                  </a:lnTo>
                  <a:lnTo>
                    <a:pt x="0" y="485"/>
                  </a:lnTo>
                  <a:lnTo>
                    <a:pt x="0" y="679"/>
                  </a:lnTo>
                  <a:lnTo>
                    <a:pt x="97" y="872"/>
                  </a:lnTo>
                  <a:lnTo>
                    <a:pt x="824" y="1648"/>
                  </a:lnTo>
                  <a:lnTo>
                    <a:pt x="97" y="2375"/>
                  </a:lnTo>
                  <a:lnTo>
                    <a:pt x="0" y="2569"/>
                  </a:lnTo>
                  <a:lnTo>
                    <a:pt x="0" y="2763"/>
                  </a:lnTo>
                  <a:lnTo>
                    <a:pt x="0" y="2956"/>
                  </a:lnTo>
                  <a:lnTo>
                    <a:pt x="146" y="3102"/>
                  </a:lnTo>
                  <a:lnTo>
                    <a:pt x="291" y="3199"/>
                  </a:lnTo>
                  <a:lnTo>
                    <a:pt x="485" y="3247"/>
                  </a:lnTo>
                  <a:lnTo>
                    <a:pt x="679" y="3199"/>
                  </a:lnTo>
                  <a:lnTo>
                    <a:pt x="873" y="3102"/>
                  </a:lnTo>
                  <a:lnTo>
                    <a:pt x="1890" y="1987"/>
                  </a:lnTo>
                  <a:lnTo>
                    <a:pt x="1987" y="1842"/>
                  </a:lnTo>
                  <a:lnTo>
                    <a:pt x="2036" y="1648"/>
                  </a:lnTo>
                  <a:lnTo>
                    <a:pt x="1987" y="1454"/>
                  </a:lnTo>
                  <a:lnTo>
                    <a:pt x="1890" y="1260"/>
                  </a:lnTo>
                  <a:lnTo>
                    <a:pt x="873" y="194"/>
                  </a:lnTo>
                  <a:lnTo>
                    <a:pt x="679" y="49"/>
                  </a:lnTo>
                  <a:lnTo>
                    <a:pt x="4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7"/>
            <p:cNvSpPr/>
            <p:nvPr/>
          </p:nvSpPr>
          <p:spPr>
            <a:xfrm>
              <a:off x="5505199" y="3596795"/>
              <a:ext cx="47121" cy="73405"/>
            </a:xfrm>
            <a:custGeom>
              <a:avLst/>
              <a:gdLst/>
              <a:ahLst/>
              <a:cxnLst/>
              <a:rect l="l" t="t" r="r" b="b"/>
              <a:pathLst>
                <a:path w="2085" h="3248" extrusionOk="0">
                  <a:moveTo>
                    <a:pt x="1551" y="1"/>
                  </a:moveTo>
                  <a:lnTo>
                    <a:pt x="1357" y="49"/>
                  </a:lnTo>
                  <a:lnTo>
                    <a:pt x="1163" y="146"/>
                  </a:lnTo>
                  <a:lnTo>
                    <a:pt x="146" y="1261"/>
                  </a:lnTo>
                  <a:lnTo>
                    <a:pt x="49" y="1455"/>
                  </a:lnTo>
                  <a:lnTo>
                    <a:pt x="0" y="1649"/>
                  </a:lnTo>
                  <a:lnTo>
                    <a:pt x="49" y="1794"/>
                  </a:lnTo>
                  <a:lnTo>
                    <a:pt x="146" y="1988"/>
                  </a:lnTo>
                  <a:lnTo>
                    <a:pt x="1163" y="3102"/>
                  </a:lnTo>
                  <a:lnTo>
                    <a:pt x="1357" y="3199"/>
                  </a:lnTo>
                  <a:lnTo>
                    <a:pt x="1551" y="3248"/>
                  </a:lnTo>
                  <a:lnTo>
                    <a:pt x="1745" y="3199"/>
                  </a:lnTo>
                  <a:lnTo>
                    <a:pt x="1890" y="3102"/>
                  </a:lnTo>
                  <a:lnTo>
                    <a:pt x="2036" y="2957"/>
                  </a:lnTo>
                  <a:lnTo>
                    <a:pt x="2084" y="2763"/>
                  </a:lnTo>
                  <a:lnTo>
                    <a:pt x="2036" y="2569"/>
                  </a:lnTo>
                  <a:lnTo>
                    <a:pt x="1939" y="2376"/>
                  </a:lnTo>
                  <a:lnTo>
                    <a:pt x="1212" y="1649"/>
                  </a:lnTo>
                  <a:lnTo>
                    <a:pt x="1939" y="873"/>
                  </a:lnTo>
                  <a:lnTo>
                    <a:pt x="2036" y="679"/>
                  </a:lnTo>
                  <a:lnTo>
                    <a:pt x="2084" y="485"/>
                  </a:lnTo>
                  <a:lnTo>
                    <a:pt x="2036" y="292"/>
                  </a:lnTo>
                  <a:lnTo>
                    <a:pt x="1890" y="146"/>
                  </a:lnTo>
                  <a:lnTo>
                    <a:pt x="1745" y="49"/>
                  </a:lnTo>
                  <a:lnTo>
                    <a:pt x="15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37"/>
          <p:cNvGrpSpPr/>
          <p:nvPr/>
        </p:nvGrpSpPr>
        <p:grpSpPr>
          <a:xfrm>
            <a:off x="6047012" y="1788585"/>
            <a:ext cx="392133" cy="392133"/>
            <a:chOff x="6706751" y="1332817"/>
            <a:chExt cx="392133" cy="392133"/>
          </a:xfrm>
        </p:grpSpPr>
        <p:sp>
          <p:nvSpPr>
            <p:cNvPr id="447" name="Google Shape;447;p37"/>
            <p:cNvSpPr/>
            <p:nvPr/>
          </p:nvSpPr>
          <p:spPr>
            <a:xfrm>
              <a:off x="6815186" y="1332817"/>
              <a:ext cx="283698" cy="284783"/>
            </a:xfrm>
            <a:custGeom>
              <a:avLst/>
              <a:gdLst/>
              <a:ahLst/>
              <a:cxnLst/>
              <a:rect l="l" t="t" r="r" b="b"/>
              <a:pathLst>
                <a:path w="12553" h="12601" extrusionOk="0">
                  <a:moveTo>
                    <a:pt x="4362" y="1018"/>
                  </a:moveTo>
                  <a:lnTo>
                    <a:pt x="4653" y="1066"/>
                  </a:lnTo>
                  <a:lnTo>
                    <a:pt x="4992" y="1115"/>
                  </a:lnTo>
                  <a:lnTo>
                    <a:pt x="5332" y="1163"/>
                  </a:lnTo>
                  <a:lnTo>
                    <a:pt x="5622" y="1260"/>
                  </a:lnTo>
                  <a:lnTo>
                    <a:pt x="5913" y="1405"/>
                  </a:lnTo>
                  <a:lnTo>
                    <a:pt x="6204" y="1599"/>
                  </a:lnTo>
                  <a:lnTo>
                    <a:pt x="6495" y="1793"/>
                  </a:lnTo>
                  <a:lnTo>
                    <a:pt x="6737" y="2036"/>
                  </a:lnTo>
                  <a:lnTo>
                    <a:pt x="6979" y="2278"/>
                  </a:lnTo>
                  <a:lnTo>
                    <a:pt x="7173" y="2569"/>
                  </a:lnTo>
                  <a:lnTo>
                    <a:pt x="7319" y="2811"/>
                  </a:lnTo>
                  <a:lnTo>
                    <a:pt x="7464" y="3150"/>
                  </a:lnTo>
                  <a:lnTo>
                    <a:pt x="7561" y="3441"/>
                  </a:lnTo>
                  <a:lnTo>
                    <a:pt x="7658" y="3732"/>
                  </a:lnTo>
                  <a:lnTo>
                    <a:pt x="7706" y="4071"/>
                  </a:lnTo>
                  <a:lnTo>
                    <a:pt x="7706" y="4410"/>
                  </a:lnTo>
                  <a:lnTo>
                    <a:pt x="7706" y="4701"/>
                  </a:lnTo>
                  <a:lnTo>
                    <a:pt x="7658" y="5040"/>
                  </a:lnTo>
                  <a:lnTo>
                    <a:pt x="7561" y="5331"/>
                  </a:lnTo>
                  <a:lnTo>
                    <a:pt x="7464" y="5670"/>
                  </a:lnTo>
                  <a:lnTo>
                    <a:pt x="7319" y="5961"/>
                  </a:lnTo>
                  <a:lnTo>
                    <a:pt x="7173" y="6252"/>
                  </a:lnTo>
                  <a:lnTo>
                    <a:pt x="6979" y="6543"/>
                  </a:lnTo>
                  <a:lnTo>
                    <a:pt x="6737" y="6785"/>
                  </a:lnTo>
                  <a:lnTo>
                    <a:pt x="6495" y="7027"/>
                  </a:lnTo>
                  <a:lnTo>
                    <a:pt x="6204" y="7221"/>
                  </a:lnTo>
                  <a:lnTo>
                    <a:pt x="5913" y="7367"/>
                  </a:lnTo>
                  <a:lnTo>
                    <a:pt x="5622" y="7512"/>
                  </a:lnTo>
                  <a:lnTo>
                    <a:pt x="5332" y="7609"/>
                  </a:lnTo>
                  <a:lnTo>
                    <a:pt x="4992" y="7706"/>
                  </a:lnTo>
                  <a:lnTo>
                    <a:pt x="4653" y="7754"/>
                  </a:lnTo>
                  <a:lnTo>
                    <a:pt x="4023" y="7754"/>
                  </a:lnTo>
                  <a:lnTo>
                    <a:pt x="3732" y="7706"/>
                  </a:lnTo>
                  <a:lnTo>
                    <a:pt x="3393" y="7609"/>
                  </a:lnTo>
                  <a:lnTo>
                    <a:pt x="3102" y="7512"/>
                  </a:lnTo>
                  <a:lnTo>
                    <a:pt x="2811" y="7367"/>
                  </a:lnTo>
                  <a:lnTo>
                    <a:pt x="2521" y="7221"/>
                  </a:lnTo>
                  <a:lnTo>
                    <a:pt x="2230" y="7027"/>
                  </a:lnTo>
                  <a:lnTo>
                    <a:pt x="1988" y="6785"/>
                  </a:lnTo>
                  <a:lnTo>
                    <a:pt x="1745" y="6543"/>
                  </a:lnTo>
                  <a:lnTo>
                    <a:pt x="1551" y="6252"/>
                  </a:lnTo>
                  <a:lnTo>
                    <a:pt x="1357" y="5961"/>
                  </a:lnTo>
                  <a:lnTo>
                    <a:pt x="1261" y="5670"/>
                  </a:lnTo>
                  <a:lnTo>
                    <a:pt x="1115" y="5331"/>
                  </a:lnTo>
                  <a:lnTo>
                    <a:pt x="1067" y="5040"/>
                  </a:lnTo>
                  <a:lnTo>
                    <a:pt x="1018" y="4701"/>
                  </a:lnTo>
                  <a:lnTo>
                    <a:pt x="970" y="4410"/>
                  </a:lnTo>
                  <a:lnTo>
                    <a:pt x="1018" y="4071"/>
                  </a:lnTo>
                  <a:lnTo>
                    <a:pt x="1067" y="3732"/>
                  </a:lnTo>
                  <a:lnTo>
                    <a:pt x="1115" y="3441"/>
                  </a:lnTo>
                  <a:lnTo>
                    <a:pt x="1261" y="3150"/>
                  </a:lnTo>
                  <a:lnTo>
                    <a:pt x="1357" y="2811"/>
                  </a:lnTo>
                  <a:lnTo>
                    <a:pt x="1551" y="2569"/>
                  </a:lnTo>
                  <a:lnTo>
                    <a:pt x="1745" y="2278"/>
                  </a:lnTo>
                  <a:lnTo>
                    <a:pt x="1988" y="2036"/>
                  </a:lnTo>
                  <a:lnTo>
                    <a:pt x="2230" y="1793"/>
                  </a:lnTo>
                  <a:lnTo>
                    <a:pt x="2521" y="1599"/>
                  </a:lnTo>
                  <a:lnTo>
                    <a:pt x="2811" y="1405"/>
                  </a:lnTo>
                  <a:lnTo>
                    <a:pt x="3102" y="1260"/>
                  </a:lnTo>
                  <a:lnTo>
                    <a:pt x="3393" y="1163"/>
                  </a:lnTo>
                  <a:lnTo>
                    <a:pt x="3732" y="1115"/>
                  </a:lnTo>
                  <a:lnTo>
                    <a:pt x="4023" y="1066"/>
                  </a:lnTo>
                  <a:lnTo>
                    <a:pt x="4362" y="1018"/>
                  </a:lnTo>
                  <a:close/>
                  <a:moveTo>
                    <a:pt x="7803" y="7124"/>
                  </a:moveTo>
                  <a:lnTo>
                    <a:pt x="11390" y="10711"/>
                  </a:lnTo>
                  <a:lnTo>
                    <a:pt x="11487" y="10856"/>
                  </a:lnTo>
                  <a:lnTo>
                    <a:pt x="11535" y="11050"/>
                  </a:lnTo>
                  <a:lnTo>
                    <a:pt x="11487" y="11244"/>
                  </a:lnTo>
                  <a:lnTo>
                    <a:pt x="11390" y="11438"/>
                  </a:lnTo>
                  <a:lnTo>
                    <a:pt x="11196" y="11535"/>
                  </a:lnTo>
                  <a:lnTo>
                    <a:pt x="11002" y="11583"/>
                  </a:lnTo>
                  <a:lnTo>
                    <a:pt x="10808" y="11535"/>
                  </a:lnTo>
                  <a:lnTo>
                    <a:pt x="10663" y="11438"/>
                  </a:lnTo>
                  <a:lnTo>
                    <a:pt x="7076" y="7851"/>
                  </a:lnTo>
                  <a:lnTo>
                    <a:pt x="7464" y="7512"/>
                  </a:lnTo>
                  <a:lnTo>
                    <a:pt x="7803" y="7124"/>
                  </a:lnTo>
                  <a:close/>
                  <a:moveTo>
                    <a:pt x="4362" y="0"/>
                  </a:moveTo>
                  <a:lnTo>
                    <a:pt x="3926" y="48"/>
                  </a:lnTo>
                  <a:lnTo>
                    <a:pt x="3538" y="97"/>
                  </a:lnTo>
                  <a:lnTo>
                    <a:pt x="3102" y="194"/>
                  </a:lnTo>
                  <a:lnTo>
                    <a:pt x="2714" y="339"/>
                  </a:lnTo>
                  <a:lnTo>
                    <a:pt x="2327" y="533"/>
                  </a:lnTo>
                  <a:lnTo>
                    <a:pt x="1939" y="727"/>
                  </a:lnTo>
                  <a:lnTo>
                    <a:pt x="1600" y="1018"/>
                  </a:lnTo>
                  <a:lnTo>
                    <a:pt x="1261" y="1309"/>
                  </a:lnTo>
                  <a:lnTo>
                    <a:pt x="970" y="1648"/>
                  </a:lnTo>
                  <a:lnTo>
                    <a:pt x="679" y="1987"/>
                  </a:lnTo>
                  <a:lnTo>
                    <a:pt x="485" y="2375"/>
                  </a:lnTo>
                  <a:lnTo>
                    <a:pt x="291" y="2762"/>
                  </a:lnTo>
                  <a:lnTo>
                    <a:pt x="146" y="3150"/>
                  </a:lnTo>
                  <a:lnTo>
                    <a:pt x="49" y="3538"/>
                  </a:lnTo>
                  <a:lnTo>
                    <a:pt x="0" y="3974"/>
                  </a:lnTo>
                  <a:lnTo>
                    <a:pt x="0" y="4410"/>
                  </a:lnTo>
                  <a:lnTo>
                    <a:pt x="0" y="4798"/>
                  </a:lnTo>
                  <a:lnTo>
                    <a:pt x="49" y="5234"/>
                  </a:lnTo>
                  <a:lnTo>
                    <a:pt x="146" y="5622"/>
                  </a:lnTo>
                  <a:lnTo>
                    <a:pt x="291" y="6058"/>
                  </a:lnTo>
                  <a:lnTo>
                    <a:pt x="485" y="6446"/>
                  </a:lnTo>
                  <a:lnTo>
                    <a:pt x="679" y="6785"/>
                  </a:lnTo>
                  <a:lnTo>
                    <a:pt x="970" y="7173"/>
                  </a:lnTo>
                  <a:lnTo>
                    <a:pt x="1261" y="7512"/>
                  </a:lnTo>
                  <a:lnTo>
                    <a:pt x="1600" y="7803"/>
                  </a:lnTo>
                  <a:lnTo>
                    <a:pt x="1939" y="8045"/>
                  </a:lnTo>
                  <a:lnTo>
                    <a:pt x="2327" y="8287"/>
                  </a:lnTo>
                  <a:lnTo>
                    <a:pt x="2714" y="8433"/>
                  </a:lnTo>
                  <a:lnTo>
                    <a:pt x="3102" y="8578"/>
                  </a:lnTo>
                  <a:lnTo>
                    <a:pt x="3538" y="8675"/>
                  </a:lnTo>
                  <a:lnTo>
                    <a:pt x="3926" y="8772"/>
                  </a:lnTo>
                  <a:lnTo>
                    <a:pt x="4798" y="8772"/>
                  </a:lnTo>
                  <a:lnTo>
                    <a:pt x="5283" y="8675"/>
                  </a:lnTo>
                  <a:lnTo>
                    <a:pt x="5719" y="8530"/>
                  </a:lnTo>
                  <a:lnTo>
                    <a:pt x="6156" y="8384"/>
                  </a:lnTo>
                  <a:lnTo>
                    <a:pt x="9936" y="12116"/>
                  </a:lnTo>
                  <a:lnTo>
                    <a:pt x="10178" y="12310"/>
                  </a:lnTo>
                  <a:lnTo>
                    <a:pt x="10420" y="12455"/>
                  </a:lnTo>
                  <a:lnTo>
                    <a:pt x="10711" y="12552"/>
                  </a:lnTo>
                  <a:lnTo>
                    <a:pt x="11002" y="12601"/>
                  </a:lnTo>
                  <a:lnTo>
                    <a:pt x="11293" y="12552"/>
                  </a:lnTo>
                  <a:lnTo>
                    <a:pt x="11584" y="12455"/>
                  </a:lnTo>
                  <a:lnTo>
                    <a:pt x="11874" y="12310"/>
                  </a:lnTo>
                  <a:lnTo>
                    <a:pt x="12068" y="12116"/>
                  </a:lnTo>
                  <a:lnTo>
                    <a:pt x="12262" y="11874"/>
                  </a:lnTo>
                  <a:lnTo>
                    <a:pt x="12408" y="11632"/>
                  </a:lnTo>
                  <a:lnTo>
                    <a:pt x="12504" y="11341"/>
                  </a:lnTo>
                  <a:lnTo>
                    <a:pt x="12553" y="11050"/>
                  </a:lnTo>
                  <a:lnTo>
                    <a:pt x="12504" y="10759"/>
                  </a:lnTo>
                  <a:lnTo>
                    <a:pt x="12408" y="10468"/>
                  </a:lnTo>
                  <a:lnTo>
                    <a:pt x="12262" y="10226"/>
                  </a:lnTo>
                  <a:lnTo>
                    <a:pt x="12068" y="9984"/>
                  </a:lnTo>
                  <a:lnTo>
                    <a:pt x="8336" y="6203"/>
                  </a:lnTo>
                  <a:lnTo>
                    <a:pt x="8579" y="5622"/>
                  </a:lnTo>
                  <a:lnTo>
                    <a:pt x="8676" y="4943"/>
                  </a:lnTo>
                  <a:lnTo>
                    <a:pt x="8724" y="4313"/>
                  </a:lnTo>
                  <a:lnTo>
                    <a:pt x="8676" y="3635"/>
                  </a:lnTo>
                  <a:lnTo>
                    <a:pt x="8530" y="3005"/>
                  </a:lnTo>
                  <a:lnTo>
                    <a:pt x="8240" y="2423"/>
                  </a:lnTo>
                  <a:lnTo>
                    <a:pt x="7900" y="1842"/>
                  </a:lnTo>
                  <a:lnTo>
                    <a:pt x="7464" y="1309"/>
                  </a:lnTo>
                  <a:lnTo>
                    <a:pt x="7125" y="1018"/>
                  </a:lnTo>
                  <a:lnTo>
                    <a:pt x="6786" y="727"/>
                  </a:lnTo>
                  <a:lnTo>
                    <a:pt x="6398" y="533"/>
                  </a:lnTo>
                  <a:lnTo>
                    <a:pt x="6010" y="339"/>
                  </a:lnTo>
                  <a:lnTo>
                    <a:pt x="5622" y="194"/>
                  </a:lnTo>
                  <a:lnTo>
                    <a:pt x="5186" y="97"/>
                  </a:lnTo>
                  <a:lnTo>
                    <a:pt x="4750" y="48"/>
                  </a:lnTo>
                  <a:lnTo>
                    <a:pt x="4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7"/>
            <p:cNvSpPr/>
            <p:nvPr/>
          </p:nvSpPr>
          <p:spPr>
            <a:xfrm>
              <a:off x="6706751" y="1494904"/>
              <a:ext cx="297936" cy="230045"/>
            </a:xfrm>
            <a:custGeom>
              <a:avLst/>
              <a:gdLst/>
              <a:ahLst/>
              <a:cxnLst/>
              <a:rect l="l" t="t" r="r" b="b"/>
              <a:pathLst>
                <a:path w="13183" h="10179" extrusionOk="0">
                  <a:moveTo>
                    <a:pt x="3054" y="1019"/>
                  </a:moveTo>
                  <a:lnTo>
                    <a:pt x="3054" y="9161"/>
                  </a:lnTo>
                  <a:lnTo>
                    <a:pt x="2036" y="9161"/>
                  </a:lnTo>
                  <a:lnTo>
                    <a:pt x="2036" y="1019"/>
                  </a:lnTo>
                  <a:close/>
                  <a:moveTo>
                    <a:pt x="7125" y="3442"/>
                  </a:moveTo>
                  <a:lnTo>
                    <a:pt x="7125" y="9161"/>
                  </a:lnTo>
                  <a:lnTo>
                    <a:pt x="6107" y="9161"/>
                  </a:lnTo>
                  <a:lnTo>
                    <a:pt x="6107" y="3442"/>
                  </a:lnTo>
                  <a:close/>
                  <a:moveTo>
                    <a:pt x="11147" y="4556"/>
                  </a:moveTo>
                  <a:lnTo>
                    <a:pt x="11147" y="9161"/>
                  </a:lnTo>
                  <a:lnTo>
                    <a:pt x="10178" y="9161"/>
                  </a:lnTo>
                  <a:lnTo>
                    <a:pt x="10178" y="4556"/>
                  </a:lnTo>
                  <a:close/>
                  <a:moveTo>
                    <a:pt x="1503" y="1"/>
                  </a:moveTo>
                  <a:lnTo>
                    <a:pt x="1309" y="49"/>
                  </a:lnTo>
                  <a:lnTo>
                    <a:pt x="1164" y="146"/>
                  </a:lnTo>
                  <a:lnTo>
                    <a:pt x="1067" y="292"/>
                  </a:lnTo>
                  <a:lnTo>
                    <a:pt x="1018" y="485"/>
                  </a:lnTo>
                  <a:lnTo>
                    <a:pt x="1018" y="9161"/>
                  </a:lnTo>
                  <a:lnTo>
                    <a:pt x="485" y="9161"/>
                  </a:lnTo>
                  <a:lnTo>
                    <a:pt x="291" y="9209"/>
                  </a:lnTo>
                  <a:lnTo>
                    <a:pt x="146" y="9306"/>
                  </a:lnTo>
                  <a:lnTo>
                    <a:pt x="49" y="9500"/>
                  </a:lnTo>
                  <a:lnTo>
                    <a:pt x="0" y="9694"/>
                  </a:lnTo>
                  <a:lnTo>
                    <a:pt x="49" y="9888"/>
                  </a:lnTo>
                  <a:lnTo>
                    <a:pt x="146" y="10033"/>
                  </a:lnTo>
                  <a:lnTo>
                    <a:pt x="291" y="10130"/>
                  </a:lnTo>
                  <a:lnTo>
                    <a:pt x="485" y="10178"/>
                  </a:lnTo>
                  <a:lnTo>
                    <a:pt x="12698" y="10178"/>
                  </a:lnTo>
                  <a:lnTo>
                    <a:pt x="12892" y="10130"/>
                  </a:lnTo>
                  <a:lnTo>
                    <a:pt x="13038" y="10033"/>
                  </a:lnTo>
                  <a:lnTo>
                    <a:pt x="13183" y="9888"/>
                  </a:lnTo>
                  <a:lnTo>
                    <a:pt x="13183" y="9694"/>
                  </a:lnTo>
                  <a:lnTo>
                    <a:pt x="13183" y="9500"/>
                  </a:lnTo>
                  <a:lnTo>
                    <a:pt x="13038" y="9306"/>
                  </a:lnTo>
                  <a:lnTo>
                    <a:pt x="12892" y="9209"/>
                  </a:lnTo>
                  <a:lnTo>
                    <a:pt x="12698" y="9161"/>
                  </a:lnTo>
                  <a:lnTo>
                    <a:pt x="12165" y="9161"/>
                  </a:lnTo>
                  <a:lnTo>
                    <a:pt x="12165" y="4072"/>
                  </a:lnTo>
                  <a:lnTo>
                    <a:pt x="12165" y="3878"/>
                  </a:lnTo>
                  <a:lnTo>
                    <a:pt x="12020" y="3684"/>
                  </a:lnTo>
                  <a:lnTo>
                    <a:pt x="11874" y="3587"/>
                  </a:lnTo>
                  <a:lnTo>
                    <a:pt x="11680" y="3539"/>
                  </a:lnTo>
                  <a:lnTo>
                    <a:pt x="9645" y="3539"/>
                  </a:lnTo>
                  <a:lnTo>
                    <a:pt x="9451" y="3587"/>
                  </a:lnTo>
                  <a:lnTo>
                    <a:pt x="9306" y="3684"/>
                  </a:lnTo>
                  <a:lnTo>
                    <a:pt x="9160" y="3878"/>
                  </a:lnTo>
                  <a:lnTo>
                    <a:pt x="9160" y="4072"/>
                  </a:lnTo>
                  <a:lnTo>
                    <a:pt x="9160" y="9161"/>
                  </a:lnTo>
                  <a:lnTo>
                    <a:pt x="8143" y="9161"/>
                  </a:lnTo>
                  <a:lnTo>
                    <a:pt x="8143" y="2909"/>
                  </a:lnTo>
                  <a:lnTo>
                    <a:pt x="8094" y="2715"/>
                  </a:lnTo>
                  <a:lnTo>
                    <a:pt x="7997" y="2569"/>
                  </a:lnTo>
                  <a:lnTo>
                    <a:pt x="7803" y="2472"/>
                  </a:lnTo>
                  <a:lnTo>
                    <a:pt x="7609" y="2424"/>
                  </a:lnTo>
                  <a:lnTo>
                    <a:pt x="5574" y="2424"/>
                  </a:lnTo>
                  <a:lnTo>
                    <a:pt x="5380" y="2472"/>
                  </a:lnTo>
                  <a:lnTo>
                    <a:pt x="5235" y="2569"/>
                  </a:lnTo>
                  <a:lnTo>
                    <a:pt x="5138" y="2715"/>
                  </a:lnTo>
                  <a:lnTo>
                    <a:pt x="5089" y="2909"/>
                  </a:lnTo>
                  <a:lnTo>
                    <a:pt x="5089" y="9161"/>
                  </a:lnTo>
                  <a:lnTo>
                    <a:pt x="4071" y="9161"/>
                  </a:lnTo>
                  <a:lnTo>
                    <a:pt x="4071" y="485"/>
                  </a:lnTo>
                  <a:lnTo>
                    <a:pt x="4023" y="292"/>
                  </a:lnTo>
                  <a:lnTo>
                    <a:pt x="3926" y="146"/>
                  </a:lnTo>
                  <a:lnTo>
                    <a:pt x="3732" y="49"/>
                  </a:lnTo>
                  <a:lnTo>
                    <a:pt x="35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7"/>
            <p:cNvSpPr/>
            <p:nvPr/>
          </p:nvSpPr>
          <p:spPr>
            <a:xfrm>
              <a:off x="6857900" y="1420437"/>
              <a:ext cx="23029" cy="23007"/>
            </a:xfrm>
            <a:custGeom>
              <a:avLst/>
              <a:gdLst/>
              <a:ahLst/>
              <a:cxnLst/>
              <a:rect l="l" t="t" r="r" b="b"/>
              <a:pathLst>
                <a:path w="1019" h="1018" extrusionOk="0">
                  <a:moveTo>
                    <a:pt x="534" y="0"/>
                  </a:moveTo>
                  <a:lnTo>
                    <a:pt x="340" y="49"/>
                  </a:lnTo>
                  <a:lnTo>
                    <a:pt x="146" y="146"/>
                  </a:lnTo>
                  <a:lnTo>
                    <a:pt x="49" y="291"/>
                  </a:lnTo>
                  <a:lnTo>
                    <a:pt x="1" y="485"/>
                  </a:lnTo>
                  <a:lnTo>
                    <a:pt x="49" y="727"/>
                  </a:lnTo>
                  <a:lnTo>
                    <a:pt x="146" y="873"/>
                  </a:lnTo>
                  <a:lnTo>
                    <a:pt x="340" y="969"/>
                  </a:lnTo>
                  <a:lnTo>
                    <a:pt x="534" y="1018"/>
                  </a:lnTo>
                  <a:lnTo>
                    <a:pt x="728" y="969"/>
                  </a:lnTo>
                  <a:lnTo>
                    <a:pt x="873" y="873"/>
                  </a:lnTo>
                  <a:lnTo>
                    <a:pt x="970" y="727"/>
                  </a:lnTo>
                  <a:lnTo>
                    <a:pt x="1018" y="485"/>
                  </a:lnTo>
                  <a:lnTo>
                    <a:pt x="970" y="291"/>
                  </a:lnTo>
                  <a:lnTo>
                    <a:pt x="873" y="146"/>
                  </a:lnTo>
                  <a:lnTo>
                    <a:pt x="728" y="49"/>
                  </a:lnTo>
                  <a:lnTo>
                    <a:pt x="5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p:cNvSpPr/>
            <p:nvPr/>
          </p:nvSpPr>
          <p:spPr>
            <a:xfrm>
              <a:off x="6901721" y="1420437"/>
              <a:ext cx="23007" cy="23007"/>
            </a:xfrm>
            <a:custGeom>
              <a:avLst/>
              <a:gdLst/>
              <a:ahLst/>
              <a:cxnLst/>
              <a:rect l="l" t="t" r="r" b="b"/>
              <a:pathLst>
                <a:path w="1018" h="1018" extrusionOk="0">
                  <a:moveTo>
                    <a:pt x="533" y="0"/>
                  </a:moveTo>
                  <a:lnTo>
                    <a:pt x="291" y="49"/>
                  </a:lnTo>
                  <a:lnTo>
                    <a:pt x="146" y="146"/>
                  </a:lnTo>
                  <a:lnTo>
                    <a:pt x="49" y="291"/>
                  </a:lnTo>
                  <a:lnTo>
                    <a:pt x="0" y="485"/>
                  </a:lnTo>
                  <a:lnTo>
                    <a:pt x="49" y="727"/>
                  </a:lnTo>
                  <a:lnTo>
                    <a:pt x="146" y="873"/>
                  </a:lnTo>
                  <a:lnTo>
                    <a:pt x="291" y="969"/>
                  </a:lnTo>
                  <a:lnTo>
                    <a:pt x="533" y="1018"/>
                  </a:lnTo>
                  <a:lnTo>
                    <a:pt x="727" y="969"/>
                  </a:lnTo>
                  <a:lnTo>
                    <a:pt x="873" y="873"/>
                  </a:lnTo>
                  <a:lnTo>
                    <a:pt x="969" y="727"/>
                  </a:lnTo>
                  <a:lnTo>
                    <a:pt x="1018" y="485"/>
                  </a:lnTo>
                  <a:lnTo>
                    <a:pt x="969" y="291"/>
                  </a:lnTo>
                  <a:lnTo>
                    <a:pt x="873" y="146"/>
                  </a:lnTo>
                  <a:lnTo>
                    <a:pt x="727" y="49"/>
                  </a:lnTo>
                  <a:lnTo>
                    <a:pt x="5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7"/>
            <p:cNvSpPr/>
            <p:nvPr/>
          </p:nvSpPr>
          <p:spPr>
            <a:xfrm>
              <a:off x="6946627" y="1420437"/>
              <a:ext cx="23029" cy="23007"/>
            </a:xfrm>
            <a:custGeom>
              <a:avLst/>
              <a:gdLst/>
              <a:ahLst/>
              <a:cxnLst/>
              <a:rect l="l" t="t" r="r" b="b"/>
              <a:pathLst>
                <a:path w="1019" h="1018" extrusionOk="0">
                  <a:moveTo>
                    <a:pt x="485" y="0"/>
                  </a:moveTo>
                  <a:lnTo>
                    <a:pt x="291" y="49"/>
                  </a:lnTo>
                  <a:lnTo>
                    <a:pt x="146" y="146"/>
                  </a:lnTo>
                  <a:lnTo>
                    <a:pt x="0" y="291"/>
                  </a:lnTo>
                  <a:lnTo>
                    <a:pt x="0" y="485"/>
                  </a:lnTo>
                  <a:lnTo>
                    <a:pt x="0" y="727"/>
                  </a:lnTo>
                  <a:lnTo>
                    <a:pt x="146" y="873"/>
                  </a:lnTo>
                  <a:lnTo>
                    <a:pt x="291" y="969"/>
                  </a:lnTo>
                  <a:lnTo>
                    <a:pt x="485" y="1018"/>
                  </a:lnTo>
                  <a:lnTo>
                    <a:pt x="679" y="969"/>
                  </a:lnTo>
                  <a:lnTo>
                    <a:pt x="873" y="873"/>
                  </a:lnTo>
                  <a:lnTo>
                    <a:pt x="970" y="727"/>
                  </a:lnTo>
                  <a:lnTo>
                    <a:pt x="1018" y="485"/>
                  </a:lnTo>
                  <a:lnTo>
                    <a:pt x="970" y="291"/>
                  </a:lnTo>
                  <a:lnTo>
                    <a:pt x="873" y="146"/>
                  </a:lnTo>
                  <a:lnTo>
                    <a:pt x="679" y="49"/>
                  </a:lnTo>
                  <a:lnTo>
                    <a:pt x="4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Forecasting Needs </a:t>
            </a:r>
            <a:endParaRPr/>
          </a:p>
        </p:txBody>
      </p:sp>
      <p:sp>
        <p:nvSpPr>
          <p:cNvPr id="457" name="Google Shape;457;p38"/>
          <p:cNvSpPr txBox="1">
            <a:spLocks noGrp="1"/>
          </p:cNvSpPr>
          <p:nvPr>
            <p:ph type="subTitle" idx="1"/>
          </p:nvPr>
        </p:nvSpPr>
        <p:spPr>
          <a:xfrm>
            <a:off x="881225" y="2768751"/>
            <a:ext cx="2288100" cy="89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 are time series. </a:t>
            </a:r>
            <a:endParaRPr/>
          </a:p>
          <a:p>
            <a:pPr marL="0" lvl="0" indent="0" algn="ctr" rtl="0">
              <a:spcBef>
                <a:spcPts val="0"/>
              </a:spcBef>
              <a:spcAft>
                <a:spcPts val="0"/>
              </a:spcAft>
              <a:buNone/>
            </a:pPr>
            <a:r>
              <a:rPr lang="en"/>
              <a:t>Final model must respect the temporal axis.</a:t>
            </a:r>
            <a:endParaRPr/>
          </a:p>
        </p:txBody>
      </p:sp>
      <p:sp>
        <p:nvSpPr>
          <p:cNvPr id="458" name="Google Shape;458;p38"/>
          <p:cNvSpPr txBox="1">
            <a:spLocks noGrp="1"/>
          </p:cNvSpPr>
          <p:nvPr>
            <p:ph type="subTitle" idx="2"/>
          </p:nvPr>
        </p:nvSpPr>
        <p:spPr>
          <a:xfrm>
            <a:off x="3427950" y="2768751"/>
            <a:ext cx="2288100" cy="89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We want a model that will update automatically as new data is collected.</a:t>
            </a:r>
            <a:endParaRPr/>
          </a:p>
        </p:txBody>
      </p:sp>
      <p:sp>
        <p:nvSpPr>
          <p:cNvPr id="459" name="Google Shape;459;p38"/>
          <p:cNvSpPr txBox="1">
            <a:spLocks noGrp="1"/>
          </p:cNvSpPr>
          <p:nvPr>
            <p:ph type="subTitle" idx="3"/>
          </p:nvPr>
        </p:nvSpPr>
        <p:spPr>
          <a:xfrm>
            <a:off x="5974700" y="2768751"/>
            <a:ext cx="2288100" cy="89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We need to reliably forecast recovery for real-world relevance.</a:t>
            </a:r>
            <a:endParaRPr/>
          </a:p>
        </p:txBody>
      </p:sp>
      <p:sp>
        <p:nvSpPr>
          <p:cNvPr id="460" name="Google Shape;460;p38"/>
          <p:cNvSpPr txBox="1">
            <a:spLocks noGrp="1"/>
          </p:cNvSpPr>
          <p:nvPr>
            <p:ph type="subTitle" idx="4"/>
          </p:nvPr>
        </p:nvSpPr>
        <p:spPr>
          <a:xfrm>
            <a:off x="881225" y="2250275"/>
            <a:ext cx="2288100" cy="660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Sequential</a:t>
            </a:r>
            <a:endParaRPr/>
          </a:p>
        </p:txBody>
      </p:sp>
      <p:sp>
        <p:nvSpPr>
          <p:cNvPr id="461" name="Google Shape;461;p38"/>
          <p:cNvSpPr txBox="1">
            <a:spLocks noGrp="1"/>
          </p:cNvSpPr>
          <p:nvPr>
            <p:ph type="subTitle" idx="5"/>
          </p:nvPr>
        </p:nvSpPr>
        <p:spPr>
          <a:xfrm>
            <a:off x="3427954" y="2250275"/>
            <a:ext cx="2288100" cy="660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Online</a:t>
            </a:r>
            <a:endParaRPr/>
          </a:p>
        </p:txBody>
      </p:sp>
      <p:sp>
        <p:nvSpPr>
          <p:cNvPr id="462" name="Google Shape;462;p38"/>
          <p:cNvSpPr txBox="1">
            <a:spLocks noGrp="1"/>
          </p:cNvSpPr>
          <p:nvPr>
            <p:ph type="subTitle" idx="6"/>
          </p:nvPr>
        </p:nvSpPr>
        <p:spPr>
          <a:xfrm>
            <a:off x="5974700" y="2250275"/>
            <a:ext cx="2288100" cy="660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Reliable</a:t>
            </a:r>
            <a:endParaRPr/>
          </a:p>
        </p:txBody>
      </p:sp>
      <p:sp>
        <p:nvSpPr>
          <p:cNvPr id="463" name="Google Shape;463;p38"/>
          <p:cNvSpPr/>
          <p:nvPr/>
        </p:nvSpPr>
        <p:spPr>
          <a:xfrm>
            <a:off x="1829190" y="1838980"/>
            <a:ext cx="392155" cy="291359"/>
          </a:xfrm>
          <a:custGeom>
            <a:avLst/>
            <a:gdLst/>
            <a:ahLst/>
            <a:cxnLst/>
            <a:rect l="l" t="t" r="r" b="b"/>
            <a:pathLst>
              <a:path w="17352" h="12892" extrusionOk="0">
                <a:moveTo>
                  <a:pt x="2182" y="1018"/>
                </a:moveTo>
                <a:lnTo>
                  <a:pt x="2375" y="1066"/>
                </a:lnTo>
                <a:lnTo>
                  <a:pt x="2521" y="1163"/>
                </a:lnTo>
                <a:lnTo>
                  <a:pt x="2618" y="1357"/>
                </a:lnTo>
                <a:lnTo>
                  <a:pt x="2666" y="1551"/>
                </a:lnTo>
                <a:lnTo>
                  <a:pt x="2618" y="1745"/>
                </a:lnTo>
                <a:lnTo>
                  <a:pt x="2521" y="1890"/>
                </a:lnTo>
                <a:lnTo>
                  <a:pt x="2375" y="1987"/>
                </a:lnTo>
                <a:lnTo>
                  <a:pt x="2182" y="2036"/>
                </a:lnTo>
                <a:lnTo>
                  <a:pt x="1988" y="1987"/>
                </a:lnTo>
                <a:lnTo>
                  <a:pt x="1794" y="1890"/>
                </a:lnTo>
                <a:lnTo>
                  <a:pt x="1697" y="1745"/>
                </a:lnTo>
                <a:lnTo>
                  <a:pt x="1648" y="1551"/>
                </a:lnTo>
                <a:lnTo>
                  <a:pt x="1697" y="1357"/>
                </a:lnTo>
                <a:lnTo>
                  <a:pt x="1794" y="1163"/>
                </a:lnTo>
                <a:lnTo>
                  <a:pt x="1988" y="1066"/>
                </a:lnTo>
                <a:lnTo>
                  <a:pt x="2182" y="1018"/>
                </a:lnTo>
                <a:close/>
                <a:moveTo>
                  <a:pt x="8676" y="1018"/>
                </a:moveTo>
                <a:lnTo>
                  <a:pt x="8918" y="1066"/>
                </a:lnTo>
                <a:lnTo>
                  <a:pt x="9064" y="1163"/>
                </a:lnTo>
                <a:lnTo>
                  <a:pt x="9160" y="1357"/>
                </a:lnTo>
                <a:lnTo>
                  <a:pt x="9209" y="1551"/>
                </a:lnTo>
                <a:lnTo>
                  <a:pt x="9160" y="1745"/>
                </a:lnTo>
                <a:lnTo>
                  <a:pt x="9064" y="1890"/>
                </a:lnTo>
                <a:lnTo>
                  <a:pt x="8918" y="1987"/>
                </a:lnTo>
                <a:lnTo>
                  <a:pt x="8676" y="2036"/>
                </a:lnTo>
                <a:lnTo>
                  <a:pt x="8482" y="1987"/>
                </a:lnTo>
                <a:lnTo>
                  <a:pt x="8337" y="1890"/>
                </a:lnTo>
                <a:lnTo>
                  <a:pt x="8240" y="1745"/>
                </a:lnTo>
                <a:lnTo>
                  <a:pt x="8191" y="1551"/>
                </a:lnTo>
                <a:lnTo>
                  <a:pt x="8240" y="1357"/>
                </a:lnTo>
                <a:lnTo>
                  <a:pt x="8337" y="1163"/>
                </a:lnTo>
                <a:lnTo>
                  <a:pt x="8482" y="1066"/>
                </a:lnTo>
                <a:lnTo>
                  <a:pt x="8676" y="1018"/>
                </a:lnTo>
                <a:close/>
                <a:moveTo>
                  <a:pt x="16333" y="1018"/>
                </a:moveTo>
                <a:lnTo>
                  <a:pt x="16333" y="2036"/>
                </a:lnTo>
                <a:lnTo>
                  <a:pt x="14976" y="2036"/>
                </a:lnTo>
                <a:lnTo>
                  <a:pt x="14976" y="1018"/>
                </a:lnTo>
                <a:close/>
                <a:moveTo>
                  <a:pt x="3296" y="5428"/>
                </a:moveTo>
                <a:lnTo>
                  <a:pt x="3296" y="7464"/>
                </a:lnTo>
                <a:lnTo>
                  <a:pt x="1018" y="7464"/>
                </a:lnTo>
                <a:lnTo>
                  <a:pt x="1018" y="5428"/>
                </a:lnTo>
                <a:close/>
                <a:moveTo>
                  <a:pt x="6543" y="5428"/>
                </a:moveTo>
                <a:lnTo>
                  <a:pt x="6543" y="7464"/>
                </a:lnTo>
                <a:lnTo>
                  <a:pt x="4314" y="7464"/>
                </a:lnTo>
                <a:lnTo>
                  <a:pt x="4314" y="5428"/>
                </a:lnTo>
                <a:close/>
                <a:moveTo>
                  <a:pt x="9791" y="5428"/>
                </a:moveTo>
                <a:lnTo>
                  <a:pt x="9791" y="7464"/>
                </a:lnTo>
                <a:lnTo>
                  <a:pt x="7561" y="7464"/>
                </a:lnTo>
                <a:lnTo>
                  <a:pt x="7561" y="5428"/>
                </a:lnTo>
                <a:close/>
                <a:moveTo>
                  <a:pt x="13086" y="5428"/>
                </a:moveTo>
                <a:lnTo>
                  <a:pt x="13086" y="7464"/>
                </a:lnTo>
                <a:lnTo>
                  <a:pt x="10808" y="7464"/>
                </a:lnTo>
                <a:lnTo>
                  <a:pt x="10808" y="5428"/>
                </a:lnTo>
                <a:close/>
                <a:moveTo>
                  <a:pt x="16333" y="5428"/>
                </a:moveTo>
                <a:lnTo>
                  <a:pt x="16333" y="7464"/>
                </a:lnTo>
                <a:lnTo>
                  <a:pt x="14104" y="7464"/>
                </a:lnTo>
                <a:lnTo>
                  <a:pt x="14104" y="5428"/>
                </a:lnTo>
                <a:close/>
                <a:moveTo>
                  <a:pt x="5429" y="10856"/>
                </a:moveTo>
                <a:lnTo>
                  <a:pt x="5623" y="10905"/>
                </a:lnTo>
                <a:lnTo>
                  <a:pt x="5768" y="11002"/>
                </a:lnTo>
                <a:lnTo>
                  <a:pt x="5865" y="11147"/>
                </a:lnTo>
                <a:lnTo>
                  <a:pt x="5913" y="11341"/>
                </a:lnTo>
                <a:lnTo>
                  <a:pt x="5865" y="11583"/>
                </a:lnTo>
                <a:lnTo>
                  <a:pt x="5768" y="11729"/>
                </a:lnTo>
                <a:lnTo>
                  <a:pt x="5623" y="11825"/>
                </a:lnTo>
                <a:lnTo>
                  <a:pt x="5429" y="11874"/>
                </a:lnTo>
                <a:lnTo>
                  <a:pt x="5235" y="11825"/>
                </a:lnTo>
                <a:lnTo>
                  <a:pt x="5041" y="11729"/>
                </a:lnTo>
                <a:lnTo>
                  <a:pt x="4944" y="11583"/>
                </a:lnTo>
                <a:lnTo>
                  <a:pt x="4896" y="11341"/>
                </a:lnTo>
                <a:lnTo>
                  <a:pt x="4944" y="11147"/>
                </a:lnTo>
                <a:lnTo>
                  <a:pt x="5041" y="11002"/>
                </a:lnTo>
                <a:lnTo>
                  <a:pt x="5235" y="10905"/>
                </a:lnTo>
                <a:lnTo>
                  <a:pt x="5429" y="10856"/>
                </a:lnTo>
                <a:close/>
                <a:moveTo>
                  <a:pt x="11971" y="10856"/>
                </a:moveTo>
                <a:lnTo>
                  <a:pt x="12165" y="10905"/>
                </a:lnTo>
                <a:lnTo>
                  <a:pt x="12311" y="11002"/>
                </a:lnTo>
                <a:lnTo>
                  <a:pt x="12408" y="11147"/>
                </a:lnTo>
                <a:lnTo>
                  <a:pt x="12456" y="11341"/>
                </a:lnTo>
                <a:lnTo>
                  <a:pt x="12408" y="11583"/>
                </a:lnTo>
                <a:lnTo>
                  <a:pt x="12311" y="11729"/>
                </a:lnTo>
                <a:lnTo>
                  <a:pt x="12165" y="11825"/>
                </a:lnTo>
                <a:lnTo>
                  <a:pt x="11971" y="11874"/>
                </a:lnTo>
                <a:lnTo>
                  <a:pt x="11729" y="11825"/>
                </a:lnTo>
                <a:lnTo>
                  <a:pt x="11584" y="11729"/>
                </a:lnTo>
                <a:lnTo>
                  <a:pt x="11487" y="11583"/>
                </a:lnTo>
                <a:lnTo>
                  <a:pt x="11438" y="11341"/>
                </a:lnTo>
                <a:lnTo>
                  <a:pt x="11487" y="11147"/>
                </a:lnTo>
                <a:lnTo>
                  <a:pt x="11584" y="11002"/>
                </a:lnTo>
                <a:lnTo>
                  <a:pt x="11729" y="10905"/>
                </a:lnTo>
                <a:lnTo>
                  <a:pt x="11971" y="10856"/>
                </a:lnTo>
                <a:close/>
                <a:moveTo>
                  <a:pt x="2182" y="0"/>
                </a:moveTo>
                <a:lnTo>
                  <a:pt x="1842" y="49"/>
                </a:lnTo>
                <a:lnTo>
                  <a:pt x="1551" y="145"/>
                </a:lnTo>
                <a:lnTo>
                  <a:pt x="1309" y="291"/>
                </a:lnTo>
                <a:lnTo>
                  <a:pt x="1067" y="485"/>
                </a:lnTo>
                <a:lnTo>
                  <a:pt x="921" y="679"/>
                </a:lnTo>
                <a:lnTo>
                  <a:pt x="776" y="969"/>
                </a:lnTo>
                <a:lnTo>
                  <a:pt x="679" y="1212"/>
                </a:lnTo>
                <a:lnTo>
                  <a:pt x="631" y="1551"/>
                </a:lnTo>
                <a:lnTo>
                  <a:pt x="679" y="1793"/>
                </a:lnTo>
                <a:lnTo>
                  <a:pt x="728" y="2036"/>
                </a:lnTo>
                <a:lnTo>
                  <a:pt x="824" y="2229"/>
                </a:lnTo>
                <a:lnTo>
                  <a:pt x="921" y="2423"/>
                </a:lnTo>
                <a:lnTo>
                  <a:pt x="1067" y="2617"/>
                </a:lnTo>
                <a:lnTo>
                  <a:pt x="1261" y="2763"/>
                </a:lnTo>
                <a:lnTo>
                  <a:pt x="1455" y="2859"/>
                </a:lnTo>
                <a:lnTo>
                  <a:pt x="1648" y="2956"/>
                </a:lnTo>
                <a:lnTo>
                  <a:pt x="1648" y="4410"/>
                </a:lnTo>
                <a:lnTo>
                  <a:pt x="534" y="4410"/>
                </a:lnTo>
                <a:lnTo>
                  <a:pt x="340" y="4459"/>
                </a:lnTo>
                <a:lnTo>
                  <a:pt x="146" y="4556"/>
                </a:lnTo>
                <a:lnTo>
                  <a:pt x="49" y="4750"/>
                </a:lnTo>
                <a:lnTo>
                  <a:pt x="1" y="4943"/>
                </a:lnTo>
                <a:lnTo>
                  <a:pt x="1" y="7997"/>
                </a:lnTo>
                <a:lnTo>
                  <a:pt x="49" y="8191"/>
                </a:lnTo>
                <a:lnTo>
                  <a:pt x="146" y="8336"/>
                </a:lnTo>
                <a:lnTo>
                  <a:pt x="340" y="8433"/>
                </a:lnTo>
                <a:lnTo>
                  <a:pt x="534" y="8481"/>
                </a:lnTo>
                <a:lnTo>
                  <a:pt x="4896" y="8481"/>
                </a:lnTo>
                <a:lnTo>
                  <a:pt x="4896" y="9935"/>
                </a:lnTo>
                <a:lnTo>
                  <a:pt x="4702" y="10032"/>
                </a:lnTo>
                <a:lnTo>
                  <a:pt x="4508" y="10129"/>
                </a:lnTo>
                <a:lnTo>
                  <a:pt x="4314" y="10323"/>
                </a:lnTo>
                <a:lnTo>
                  <a:pt x="4169" y="10468"/>
                </a:lnTo>
                <a:lnTo>
                  <a:pt x="4072" y="10662"/>
                </a:lnTo>
                <a:lnTo>
                  <a:pt x="3975" y="10905"/>
                </a:lnTo>
                <a:lnTo>
                  <a:pt x="3926" y="11099"/>
                </a:lnTo>
                <a:lnTo>
                  <a:pt x="3878" y="11341"/>
                </a:lnTo>
                <a:lnTo>
                  <a:pt x="3926" y="11680"/>
                </a:lnTo>
                <a:lnTo>
                  <a:pt x="4023" y="11971"/>
                </a:lnTo>
                <a:lnTo>
                  <a:pt x="4169" y="12213"/>
                </a:lnTo>
                <a:lnTo>
                  <a:pt x="4314" y="12456"/>
                </a:lnTo>
                <a:lnTo>
                  <a:pt x="4556" y="12649"/>
                </a:lnTo>
                <a:lnTo>
                  <a:pt x="4799" y="12746"/>
                </a:lnTo>
                <a:lnTo>
                  <a:pt x="5089" y="12843"/>
                </a:lnTo>
                <a:lnTo>
                  <a:pt x="5429" y="12892"/>
                </a:lnTo>
                <a:lnTo>
                  <a:pt x="5719" y="12843"/>
                </a:lnTo>
                <a:lnTo>
                  <a:pt x="6010" y="12746"/>
                </a:lnTo>
                <a:lnTo>
                  <a:pt x="6253" y="12649"/>
                </a:lnTo>
                <a:lnTo>
                  <a:pt x="6495" y="12456"/>
                </a:lnTo>
                <a:lnTo>
                  <a:pt x="6689" y="12213"/>
                </a:lnTo>
                <a:lnTo>
                  <a:pt x="6834" y="11971"/>
                </a:lnTo>
                <a:lnTo>
                  <a:pt x="6931" y="11680"/>
                </a:lnTo>
                <a:lnTo>
                  <a:pt x="6931" y="11341"/>
                </a:lnTo>
                <a:lnTo>
                  <a:pt x="6931" y="11099"/>
                </a:lnTo>
                <a:lnTo>
                  <a:pt x="6883" y="10905"/>
                </a:lnTo>
                <a:lnTo>
                  <a:pt x="6786" y="10662"/>
                </a:lnTo>
                <a:lnTo>
                  <a:pt x="6640" y="10468"/>
                </a:lnTo>
                <a:lnTo>
                  <a:pt x="6495" y="10275"/>
                </a:lnTo>
                <a:lnTo>
                  <a:pt x="6301" y="10129"/>
                </a:lnTo>
                <a:lnTo>
                  <a:pt x="6107" y="10032"/>
                </a:lnTo>
                <a:lnTo>
                  <a:pt x="5913" y="9935"/>
                </a:lnTo>
                <a:lnTo>
                  <a:pt x="5913" y="8481"/>
                </a:lnTo>
                <a:lnTo>
                  <a:pt x="11438" y="8481"/>
                </a:lnTo>
                <a:lnTo>
                  <a:pt x="11438" y="9935"/>
                </a:lnTo>
                <a:lnTo>
                  <a:pt x="11196" y="10032"/>
                </a:lnTo>
                <a:lnTo>
                  <a:pt x="11002" y="10129"/>
                </a:lnTo>
                <a:lnTo>
                  <a:pt x="10857" y="10323"/>
                </a:lnTo>
                <a:lnTo>
                  <a:pt x="10711" y="10468"/>
                </a:lnTo>
                <a:lnTo>
                  <a:pt x="10566" y="10662"/>
                </a:lnTo>
                <a:lnTo>
                  <a:pt x="10517" y="10905"/>
                </a:lnTo>
                <a:lnTo>
                  <a:pt x="10469" y="11099"/>
                </a:lnTo>
                <a:lnTo>
                  <a:pt x="10421" y="11341"/>
                </a:lnTo>
                <a:lnTo>
                  <a:pt x="10469" y="11680"/>
                </a:lnTo>
                <a:lnTo>
                  <a:pt x="10566" y="11971"/>
                </a:lnTo>
                <a:lnTo>
                  <a:pt x="10711" y="12213"/>
                </a:lnTo>
                <a:lnTo>
                  <a:pt x="10857" y="12456"/>
                </a:lnTo>
                <a:lnTo>
                  <a:pt x="11099" y="12649"/>
                </a:lnTo>
                <a:lnTo>
                  <a:pt x="11341" y="12746"/>
                </a:lnTo>
                <a:lnTo>
                  <a:pt x="11632" y="12843"/>
                </a:lnTo>
                <a:lnTo>
                  <a:pt x="11971" y="12892"/>
                </a:lnTo>
                <a:lnTo>
                  <a:pt x="12262" y="12843"/>
                </a:lnTo>
                <a:lnTo>
                  <a:pt x="12553" y="12746"/>
                </a:lnTo>
                <a:lnTo>
                  <a:pt x="12795" y="12649"/>
                </a:lnTo>
                <a:lnTo>
                  <a:pt x="13038" y="12456"/>
                </a:lnTo>
                <a:lnTo>
                  <a:pt x="13232" y="12213"/>
                </a:lnTo>
                <a:lnTo>
                  <a:pt x="13377" y="11971"/>
                </a:lnTo>
                <a:lnTo>
                  <a:pt x="13425" y="11680"/>
                </a:lnTo>
                <a:lnTo>
                  <a:pt x="13474" y="11341"/>
                </a:lnTo>
                <a:lnTo>
                  <a:pt x="13474" y="11099"/>
                </a:lnTo>
                <a:lnTo>
                  <a:pt x="13377" y="10905"/>
                </a:lnTo>
                <a:lnTo>
                  <a:pt x="13328" y="10662"/>
                </a:lnTo>
                <a:lnTo>
                  <a:pt x="13183" y="10468"/>
                </a:lnTo>
                <a:lnTo>
                  <a:pt x="13038" y="10275"/>
                </a:lnTo>
                <a:lnTo>
                  <a:pt x="12844" y="10129"/>
                </a:lnTo>
                <a:lnTo>
                  <a:pt x="12650" y="10032"/>
                </a:lnTo>
                <a:lnTo>
                  <a:pt x="12456" y="9935"/>
                </a:lnTo>
                <a:lnTo>
                  <a:pt x="12456" y="8481"/>
                </a:lnTo>
                <a:lnTo>
                  <a:pt x="16866" y="8481"/>
                </a:lnTo>
                <a:lnTo>
                  <a:pt x="17060" y="8433"/>
                </a:lnTo>
                <a:lnTo>
                  <a:pt x="17206" y="8336"/>
                </a:lnTo>
                <a:lnTo>
                  <a:pt x="17303" y="8191"/>
                </a:lnTo>
                <a:lnTo>
                  <a:pt x="17351" y="7997"/>
                </a:lnTo>
                <a:lnTo>
                  <a:pt x="17351" y="4943"/>
                </a:lnTo>
                <a:lnTo>
                  <a:pt x="17303" y="4750"/>
                </a:lnTo>
                <a:lnTo>
                  <a:pt x="17206" y="4556"/>
                </a:lnTo>
                <a:lnTo>
                  <a:pt x="17060" y="4459"/>
                </a:lnTo>
                <a:lnTo>
                  <a:pt x="16866" y="4410"/>
                </a:lnTo>
                <a:lnTo>
                  <a:pt x="14976" y="4410"/>
                </a:lnTo>
                <a:lnTo>
                  <a:pt x="14976" y="3053"/>
                </a:lnTo>
                <a:lnTo>
                  <a:pt x="16866" y="3053"/>
                </a:lnTo>
                <a:lnTo>
                  <a:pt x="17060" y="3005"/>
                </a:lnTo>
                <a:lnTo>
                  <a:pt x="17206" y="2908"/>
                </a:lnTo>
                <a:lnTo>
                  <a:pt x="17303" y="2763"/>
                </a:lnTo>
                <a:lnTo>
                  <a:pt x="17351" y="2569"/>
                </a:lnTo>
                <a:lnTo>
                  <a:pt x="17351" y="533"/>
                </a:lnTo>
                <a:lnTo>
                  <a:pt x="17303" y="339"/>
                </a:lnTo>
                <a:lnTo>
                  <a:pt x="17206" y="145"/>
                </a:lnTo>
                <a:lnTo>
                  <a:pt x="17060" y="49"/>
                </a:lnTo>
                <a:lnTo>
                  <a:pt x="16866" y="0"/>
                </a:lnTo>
                <a:lnTo>
                  <a:pt x="14492" y="0"/>
                </a:lnTo>
                <a:lnTo>
                  <a:pt x="14298" y="49"/>
                </a:lnTo>
                <a:lnTo>
                  <a:pt x="14104" y="145"/>
                </a:lnTo>
                <a:lnTo>
                  <a:pt x="14007" y="339"/>
                </a:lnTo>
                <a:lnTo>
                  <a:pt x="13959" y="533"/>
                </a:lnTo>
                <a:lnTo>
                  <a:pt x="13959" y="2569"/>
                </a:lnTo>
                <a:lnTo>
                  <a:pt x="13959" y="4410"/>
                </a:lnTo>
                <a:lnTo>
                  <a:pt x="9209" y="4410"/>
                </a:lnTo>
                <a:lnTo>
                  <a:pt x="9209" y="3005"/>
                </a:lnTo>
                <a:lnTo>
                  <a:pt x="9403" y="2908"/>
                </a:lnTo>
                <a:lnTo>
                  <a:pt x="9597" y="2763"/>
                </a:lnTo>
                <a:lnTo>
                  <a:pt x="9791" y="2617"/>
                </a:lnTo>
                <a:lnTo>
                  <a:pt x="9936" y="2423"/>
                </a:lnTo>
                <a:lnTo>
                  <a:pt x="10033" y="2229"/>
                </a:lnTo>
                <a:lnTo>
                  <a:pt x="10130" y="2036"/>
                </a:lnTo>
                <a:lnTo>
                  <a:pt x="10227" y="1793"/>
                </a:lnTo>
                <a:lnTo>
                  <a:pt x="10227" y="1551"/>
                </a:lnTo>
                <a:lnTo>
                  <a:pt x="10178" y="1212"/>
                </a:lnTo>
                <a:lnTo>
                  <a:pt x="10081" y="969"/>
                </a:lnTo>
                <a:lnTo>
                  <a:pt x="9984" y="679"/>
                </a:lnTo>
                <a:lnTo>
                  <a:pt x="9791" y="485"/>
                </a:lnTo>
                <a:lnTo>
                  <a:pt x="9548" y="291"/>
                </a:lnTo>
                <a:lnTo>
                  <a:pt x="9306" y="145"/>
                </a:lnTo>
                <a:lnTo>
                  <a:pt x="9015" y="49"/>
                </a:lnTo>
                <a:lnTo>
                  <a:pt x="8676" y="0"/>
                </a:lnTo>
                <a:lnTo>
                  <a:pt x="8385" y="49"/>
                </a:lnTo>
                <a:lnTo>
                  <a:pt x="8094" y="145"/>
                </a:lnTo>
                <a:lnTo>
                  <a:pt x="7852" y="291"/>
                </a:lnTo>
                <a:lnTo>
                  <a:pt x="7610" y="485"/>
                </a:lnTo>
                <a:lnTo>
                  <a:pt x="7416" y="679"/>
                </a:lnTo>
                <a:lnTo>
                  <a:pt x="7319" y="969"/>
                </a:lnTo>
                <a:lnTo>
                  <a:pt x="7222" y="1212"/>
                </a:lnTo>
                <a:lnTo>
                  <a:pt x="7173" y="1551"/>
                </a:lnTo>
                <a:lnTo>
                  <a:pt x="7173" y="1793"/>
                </a:lnTo>
                <a:lnTo>
                  <a:pt x="7270" y="2036"/>
                </a:lnTo>
                <a:lnTo>
                  <a:pt x="7319" y="2229"/>
                </a:lnTo>
                <a:lnTo>
                  <a:pt x="7464" y="2423"/>
                </a:lnTo>
                <a:lnTo>
                  <a:pt x="7610" y="2617"/>
                </a:lnTo>
                <a:lnTo>
                  <a:pt x="7755" y="2763"/>
                </a:lnTo>
                <a:lnTo>
                  <a:pt x="7949" y="2859"/>
                </a:lnTo>
                <a:lnTo>
                  <a:pt x="8191" y="2956"/>
                </a:lnTo>
                <a:lnTo>
                  <a:pt x="8191" y="4410"/>
                </a:lnTo>
                <a:lnTo>
                  <a:pt x="2666" y="4410"/>
                </a:lnTo>
                <a:lnTo>
                  <a:pt x="2666" y="3005"/>
                </a:lnTo>
                <a:lnTo>
                  <a:pt x="2860" y="2908"/>
                </a:lnTo>
                <a:lnTo>
                  <a:pt x="3054" y="2763"/>
                </a:lnTo>
                <a:lnTo>
                  <a:pt x="3248" y="2617"/>
                </a:lnTo>
                <a:lnTo>
                  <a:pt x="3393" y="2423"/>
                </a:lnTo>
                <a:lnTo>
                  <a:pt x="3539" y="2229"/>
                </a:lnTo>
                <a:lnTo>
                  <a:pt x="3587" y="2036"/>
                </a:lnTo>
                <a:lnTo>
                  <a:pt x="3684" y="1793"/>
                </a:lnTo>
                <a:lnTo>
                  <a:pt x="3684" y="1551"/>
                </a:lnTo>
                <a:lnTo>
                  <a:pt x="3635" y="1212"/>
                </a:lnTo>
                <a:lnTo>
                  <a:pt x="3587" y="969"/>
                </a:lnTo>
                <a:lnTo>
                  <a:pt x="3442" y="679"/>
                </a:lnTo>
                <a:lnTo>
                  <a:pt x="3248" y="485"/>
                </a:lnTo>
                <a:lnTo>
                  <a:pt x="3005" y="291"/>
                </a:lnTo>
                <a:lnTo>
                  <a:pt x="2763" y="145"/>
                </a:lnTo>
                <a:lnTo>
                  <a:pt x="2472" y="49"/>
                </a:lnTo>
                <a:lnTo>
                  <a:pt x="21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4" name="Google Shape;464;p38"/>
          <p:cNvGrpSpPr/>
          <p:nvPr/>
        </p:nvGrpSpPr>
        <p:grpSpPr>
          <a:xfrm>
            <a:off x="4376474" y="1788598"/>
            <a:ext cx="391048" cy="392133"/>
            <a:chOff x="1972819" y="2636227"/>
            <a:chExt cx="391048" cy="392133"/>
          </a:xfrm>
        </p:grpSpPr>
        <p:sp>
          <p:nvSpPr>
            <p:cNvPr id="465" name="Google Shape;465;p38"/>
            <p:cNvSpPr/>
            <p:nvPr/>
          </p:nvSpPr>
          <p:spPr>
            <a:xfrm>
              <a:off x="1972819" y="2636227"/>
              <a:ext cx="391048" cy="392133"/>
            </a:xfrm>
            <a:custGeom>
              <a:avLst/>
              <a:gdLst/>
              <a:ahLst/>
              <a:cxnLst/>
              <a:rect l="l" t="t" r="r" b="b"/>
              <a:pathLst>
                <a:path w="17303" h="17351" extrusionOk="0">
                  <a:moveTo>
                    <a:pt x="16285" y="1018"/>
                  </a:moveTo>
                  <a:lnTo>
                    <a:pt x="16285" y="11486"/>
                  </a:lnTo>
                  <a:lnTo>
                    <a:pt x="1018" y="11486"/>
                  </a:lnTo>
                  <a:lnTo>
                    <a:pt x="1018" y="1018"/>
                  </a:lnTo>
                  <a:close/>
                  <a:moveTo>
                    <a:pt x="16285" y="12504"/>
                  </a:moveTo>
                  <a:lnTo>
                    <a:pt x="16285" y="13522"/>
                  </a:lnTo>
                  <a:lnTo>
                    <a:pt x="1018" y="13522"/>
                  </a:lnTo>
                  <a:lnTo>
                    <a:pt x="1018" y="12504"/>
                  </a:lnTo>
                  <a:close/>
                  <a:moveTo>
                    <a:pt x="485" y="0"/>
                  </a:moveTo>
                  <a:lnTo>
                    <a:pt x="291" y="49"/>
                  </a:lnTo>
                  <a:lnTo>
                    <a:pt x="146" y="146"/>
                  </a:lnTo>
                  <a:lnTo>
                    <a:pt x="0" y="291"/>
                  </a:lnTo>
                  <a:lnTo>
                    <a:pt x="0" y="485"/>
                  </a:lnTo>
                  <a:lnTo>
                    <a:pt x="0" y="14055"/>
                  </a:lnTo>
                  <a:lnTo>
                    <a:pt x="0" y="14249"/>
                  </a:lnTo>
                  <a:lnTo>
                    <a:pt x="146" y="14394"/>
                  </a:lnTo>
                  <a:lnTo>
                    <a:pt x="291" y="14491"/>
                  </a:lnTo>
                  <a:lnTo>
                    <a:pt x="485" y="14540"/>
                  </a:lnTo>
                  <a:lnTo>
                    <a:pt x="8143" y="14540"/>
                  </a:lnTo>
                  <a:lnTo>
                    <a:pt x="8143" y="16333"/>
                  </a:lnTo>
                  <a:lnTo>
                    <a:pt x="4168" y="16333"/>
                  </a:lnTo>
                  <a:lnTo>
                    <a:pt x="4023" y="16478"/>
                  </a:lnTo>
                  <a:lnTo>
                    <a:pt x="3926" y="16624"/>
                  </a:lnTo>
                  <a:lnTo>
                    <a:pt x="3878" y="16817"/>
                  </a:lnTo>
                  <a:lnTo>
                    <a:pt x="3926" y="17011"/>
                  </a:lnTo>
                  <a:lnTo>
                    <a:pt x="4023" y="17157"/>
                  </a:lnTo>
                  <a:lnTo>
                    <a:pt x="4168" y="17302"/>
                  </a:lnTo>
                  <a:lnTo>
                    <a:pt x="4362" y="17351"/>
                  </a:lnTo>
                  <a:lnTo>
                    <a:pt x="12892" y="17351"/>
                  </a:lnTo>
                  <a:lnTo>
                    <a:pt x="13134" y="17302"/>
                  </a:lnTo>
                  <a:lnTo>
                    <a:pt x="13280" y="17157"/>
                  </a:lnTo>
                  <a:lnTo>
                    <a:pt x="13377" y="17011"/>
                  </a:lnTo>
                  <a:lnTo>
                    <a:pt x="13425" y="16817"/>
                  </a:lnTo>
                  <a:lnTo>
                    <a:pt x="13377" y="16624"/>
                  </a:lnTo>
                  <a:lnTo>
                    <a:pt x="13280" y="16478"/>
                  </a:lnTo>
                  <a:lnTo>
                    <a:pt x="13134" y="16333"/>
                  </a:lnTo>
                  <a:lnTo>
                    <a:pt x="9160" y="16333"/>
                  </a:lnTo>
                  <a:lnTo>
                    <a:pt x="9160" y="14540"/>
                  </a:lnTo>
                  <a:lnTo>
                    <a:pt x="16818" y="14540"/>
                  </a:lnTo>
                  <a:lnTo>
                    <a:pt x="17012" y="14491"/>
                  </a:lnTo>
                  <a:lnTo>
                    <a:pt x="17157" y="14394"/>
                  </a:lnTo>
                  <a:lnTo>
                    <a:pt x="17302" y="14249"/>
                  </a:lnTo>
                  <a:lnTo>
                    <a:pt x="17302" y="14055"/>
                  </a:lnTo>
                  <a:lnTo>
                    <a:pt x="17302" y="485"/>
                  </a:lnTo>
                  <a:lnTo>
                    <a:pt x="17302" y="291"/>
                  </a:lnTo>
                  <a:lnTo>
                    <a:pt x="17157" y="146"/>
                  </a:lnTo>
                  <a:lnTo>
                    <a:pt x="17012" y="49"/>
                  </a:lnTo>
                  <a:lnTo>
                    <a:pt x="168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8"/>
            <p:cNvSpPr/>
            <p:nvPr/>
          </p:nvSpPr>
          <p:spPr>
            <a:xfrm>
              <a:off x="2017725" y="2682218"/>
              <a:ext cx="300128" cy="190608"/>
            </a:xfrm>
            <a:custGeom>
              <a:avLst/>
              <a:gdLst/>
              <a:ahLst/>
              <a:cxnLst/>
              <a:rect l="l" t="t" r="r" b="b"/>
              <a:pathLst>
                <a:path w="13280" h="8434" extrusionOk="0">
                  <a:moveTo>
                    <a:pt x="9112" y="1018"/>
                  </a:moveTo>
                  <a:lnTo>
                    <a:pt x="9112" y="2036"/>
                  </a:lnTo>
                  <a:lnTo>
                    <a:pt x="4217" y="2036"/>
                  </a:lnTo>
                  <a:lnTo>
                    <a:pt x="4217" y="1018"/>
                  </a:lnTo>
                  <a:close/>
                  <a:moveTo>
                    <a:pt x="2036" y="6398"/>
                  </a:moveTo>
                  <a:lnTo>
                    <a:pt x="2036" y="7416"/>
                  </a:lnTo>
                  <a:lnTo>
                    <a:pt x="1018" y="7416"/>
                  </a:lnTo>
                  <a:lnTo>
                    <a:pt x="1018" y="6398"/>
                  </a:lnTo>
                  <a:close/>
                  <a:moveTo>
                    <a:pt x="7173" y="6398"/>
                  </a:moveTo>
                  <a:lnTo>
                    <a:pt x="7173" y="7416"/>
                  </a:lnTo>
                  <a:lnTo>
                    <a:pt x="6156" y="7416"/>
                  </a:lnTo>
                  <a:lnTo>
                    <a:pt x="6156" y="6398"/>
                  </a:lnTo>
                  <a:close/>
                  <a:moveTo>
                    <a:pt x="12262" y="6398"/>
                  </a:moveTo>
                  <a:lnTo>
                    <a:pt x="12262" y="7416"/>
                  </a:lnTo>
                  <a:lnTo>
                    <a:pt x="11244" y="7416"/>
                  </a:lnTo>
                  <a:lnTo>
                    <a:pt x="11244" y="6398"/>
                  </a:lnTo>
                  <a:close/>
                  <a:moveTo>
                    <a:pt x="3732" y="1"/>
                  </a:moveTo>
                  <a:lnTo>
                    <a:pt x="3538" y="49"/>
                  </a:lnTo>
                  <a:lnTo>
                    <a:pt x="3345" y="146"/>
                  </a:lnTo>
                  <a:lnTo>
                    <a:pt x="3248" y="291"/>
                  </a:lnTo>
                  <a:lnTo>
                    <a:pt x="3199" y="485"/>
                  </a:lnTo>
                  <a:lnTo>
                    <a:pt x="3199" y="2521"/>
                  </a:lnTo>
                  <a:lnTo>
                    <a:pt x="3248" y="2715"/>
                  </a:lnTo>
                  <a:lnTo>
                    <a:pt x="3345" y="2909"/>
                  </a:lnTo>
                  <a:lnTo>
                    <a:pt x="3538" y="3005"/>
                  </a:lnTo>
                  <a:lnTo>
                    <a:pt x="3732" y="3054"/>
                  </a:lnTo>
                  <a:lnTo>
                    <a:pt x="6156" y="3054"/>
                  </a:lnTo>
                  <a:lnTo>
                    <a:pt x="6156" y="5380"/>
                  </a:lnTo>
                  <a:lnTo>
                    <a:pt x="5622" y="5380"/>
                  </a:lnTo>
                  <a:lnTo>
                    <a:pt x="5429" y="5429"/>
                  </a:lnTo>
                  <a:lnTo>
                    <a:pt x="5283" y="5526"/>
                  </a:lnTo>
                  <a:lnTo>
                    <a:pt x="5186" y="5671"/>
                  </a:lnTo>
                  <a:lnTo>
                    <a:pt x="5138" y="5865"/>
                  </a:lnTo>
                  <a:lnTo>
                    <a:pt x="5138" y="6398"/>
                  </a:lnTo>
                  <a:lnTo>
                    <a:pt x="3054" y="6398"/>
                  </a:lnTo>
                  <a:lnTo>
                    <a:pt x="3054" y="5865"/>
                  </a:lnTo>
                  <a:lnTo>
                    <a:pt x="3054" y="5671"/>
                  </a:lnTo>
                  <a:lnTo>
                    <a:pt x="2908" y="5526"/>
                  </a:lnTo>
                  <a:lnTo>
                    <a:pt x="2763" y="5429"/>
                  </a:lnTo>
                  <a:lnTo>
                    <a:pt x="2569" y="5380"/>
                  </a:lnTo>
                  <a:lnTo>
                    <a:pt x="534" y="5380"/>
                  </a:lnTo>
                  <a:lnTo>
                    <a:pt x="340" y="5429"/>
                  </a:lnTo>
                  <a:lnTo>
                    <a:pt x="194" y="5526"/>
                  </a:lnTo>
                  <a:lnTo>
                    <a:pt x="49" y="5671"/>
                  </a:lnTo>
                  <a:lnTo>
                    <a:pt x="0" y="5865"/>
                  </a:lnTo>
                  <a:lnTo>
                    <a:pt x="0" y="7900"/>
                  </a:lnTo>
                  <a:lnTo>
                    <a:pt x="49" y="8094"/>
                  </a:lnTo>
                  <a:lnTo>
                    <a:pt x="194" y="8288"/>
                  </a:lnTo>
                  <a:lnTo>
                    <a:pt x="340" y="8385"/>
                  </a:lnTo>
                  <a:lnTo>
                    <a:pt x="534" y="8434"/>
                  </a:lnTo>
                  <a:lnTo>
                    <a:pt x="2569" y="8434"/>
                  </a:lnTo>
                  <a:lnTo>
                    <a:pt x="2763" y="8385"/>
                  </a:lnTo>
                  <a:lnTo>
                    <a:pt x="2908" y="8288"/>
                  </a:lnTo>
                  <a:lnTo>
                    <a:pt x="3054" y="8094"/>
                  </a:lnTo>
                  <a:lnTo>
                    <a:pt x="3054" y="7900"/>
                  </a:lnTo>
                  <a:lnTo>
                    <a:pt x="3054" y="7416"/>
                  </a:lnTo>
                  <a:lnTo>
                    <a:pt x="5138" y="7416"/>
                  </a:lnTo>
                  <a:lnTo>
                    <a:pt x="5138" y="7900"/>
                  </a:lnTo>
                  <a:lnTo>
                    <a:pt x="5186" y="8094"/>
                  </a:lnTo>
                  <a:lnTo>
                    <a:pt x="5283" y="8288"/>
                  </a:lnTo>
                  <a:lnTo>
                    <a:pt x="5429" y="8385"/>
                  </a:lnTo>
                  <a:lnTo>
                    <a:pt x="5622" y="8434"/>
                  </a:lnTo>
                  <a:lnTo>
                    <a:pt x="7658" y="8434"/>
                  </a:lnTo>
                  <a:lnTo>
                    <a:pt x="7852" y="8385"/>
                  </a:lnTo>
                  <a:lnTo>
                    <a:pt x="8046" y="8288"/>
                  </a:lnTo>
                  <a:lnTo>
                    <a:pt x="8143" y="8094"/>
                  </a:lnTo>
                  <a:lnTo>
                    <a:pt x="8191" y="7900"/>
                  </a:lnTo>
                  <a:lnTo>
                    <a:pt x="8191" y="7416"/>
                  </a:lnTo>
                  <a:lnTo>
                    <a:pt x="10227" y="7416"/>
                  </a:lnTo>
                  <a:lnTo>
                    <a:pt x="10227" y="7900"/>
                  </a:lnTo>
                  <a:lnTo>
                    <a:pt x="10275" y="8094"/>
                  </a:lnTo>
                  <a:lnTo>
                    <a:pt x="10372" y="8288"/>
                  </a:lnTo>
                  <a:lnTo>
                    <a:pt x="10517" y="8385"/>
                  </a:lnTo>
                  <a:lnTo>
                    <a:pt x="10711" y="8434"/>
                  </a:lnTo>
                  <a:lnTo>
                    <a:pt x="12747" y="8434"/>
                  </a:lnTo>
                  <a:lnTo>
                    <a:pt x="12941" y="8385"/>
                  </a:lnTo>
                  <a:lnTo>
                    <a:pt x="13135" y="8288"/>
                  </a:lnTo>
                  <a:lnTo>
                    <a:pt x="13231" y="8094"/>
                  </a:lnTo>
                  <a:lnTo>
                    <a:pt x="13280" y="7900"/>
                  </a:lnTo>
                  <a:lnTo>
                    <a:pt x="13280" y="5865"/>
                  </a:lnTo>
                  <a:lnTo>
                    <a:pt x="13231" y="5671"/>
                  </a:lnTo>
                  <a:lnTo>
                    <a:pt x="13135" y="5526"/>
                  </a:lnTo>
                  <a:lnTo>
                    <a:pt x="12941" y="5429"/>
                  </a:lnTo>
                  <a:lnTo>
                    <a:pt x="12747" y="5380"/>
                  </a:lnTo>
                  <a:lnTo>
                    <a:pt x="10711" y="5380"/>
                  </a:lnTo>
                  <a:lnTo>
                    <a:pt x="10517" y="5429"/>
                  </a:lnTo>
                  <a:lnTo>
                    <a:pt x="10372" y="5526"/>
                  </a:lnTo>
                  <a:lnTo>
                    <a:pt x="10275" y="5671"/>
                  </a:lnTo>
                  <a:lnTo>
                    <a:pt x="10227" y="5865"/>
                  </a:lnTo>
                  <a:lnTo>
                    <a:pt x="10227" y="6398"/>
                  </a:lnTo>
                  <a:lnTo>
                    <a:pt x="8191" y="6398"/>
                  </a:lnTo>
                  <a:lnTo>
                    <a:pt x="8191" y="5865"/>
                  </a:lnTo>
                  <a:lnTo>
                    <a:pt x="8143" y="5671"/>
                  </a:lnTo>
                  <a:lnTo>
                    <a:pt x="8046" y="5526"/>
                  </a:lnTo>
                  <a:lnTo>
                    <a:pt x="7852" y="5429"/>
                  </a:lnTo>
                  <a:lnTo>
                    <a:pt x="7658" y="5380"/>
                  </a:lnTo>
                  <a:lnTo>
                    <a:pt x="7173" y="5380"/>
                  </a:lnTo>
                  <a:lnTo>
                    <a:pt x="7173" y="3054"/>
                  </a:lnTo>
                  <a:lnTo>
                    <a:pt x="9597" y="3054"/>
                  </a:lnTo>
                  <a:lnTo>
                    <a:pt x="9790" y="3005"/>
                  </a:lnTo>
                  <a:lnTo>
                    <a:pt x="9984" y="2909"/>
                  </a:lnTo>
                  <a:lnTo>
                    <a:pt x="10081" y="2715"/>
                  </a:lnTo>
                  <a:lnTo>
                    <a:pt x="10130" y="2521"/>
                  </a:lnTo>
                  <a:lnTo>
                    <a:pt x="10130" y="485"/>
                  </a:lnTo>
                  <a:lnTo>
                    <a:pt x="10081" y="291"/>
                  </a:lnTo>
                  <a:lnTo>
                    <a:pt x="9984" y="146"/>
                  </a:lnTo>
                  <a:lnTo>
                    <a:pt x="9790" y="49"/>
                  </a:lnTo>
                  <a:lnTo>
                    <a:pt x="95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38"/>
          <p:cNvGrpSpPr/>
          <p:nvPr/>
        </p:nvGrpSpPr>
        <p:grpSpPr>
          <a:xfrm>
            <a:off x="6922649" y="1788594"/>
            <a:ext cx="392133" cy="392133"/>
            <a:chOff x="6727565" y="1999856"/>
            <a:chExt cx="392133" cy="392133"/>
          </a:xfrm>
        </p:grpSpPr>
        <p:sp>
          <p:nvSpPr>
            <p:cNvPr id="468" name="Google Shape;468;p38"/>
            <p:cNvSpPr/>
            <p:nvPr/>
          </p:nvSpPr>
          <p:spPr>
            <a:xfrm>
              <a:off x="6832701" y="2123614"/>
              <a:ext cx="181862" cy="268375"/>
            </a:xfrm>
            <a:custGeom>
              <a:avLst/>
              <a:gdLst/>
              <a:ahLst/>
              <a:cxnLst/>
              <a:rect l="l" t="t" r="r" b="b"/>
              <a:pathLst>
                <a:path w="8047" h="11875" extrusionOk="0">
                  <a:moveTo>
                    <a:pt x="4654" y="1018"/>
                  </a:moveTo>
                  <a:lnTo>
                    <a:pt x="5138" y="1067"/>
                  </a:lnTo>
                  <a:lnTo>
                    <a:pt x="5574" y="1212"/>
                  </a:lnTo>
                  <a:lnTo>
                    <a:pt x="6011" y="1406"/>
                  </a:lnTo>
                  <a:lnTo>
                    <a:pt x="6350" y="1697"/>
                  </a:lnTo>
                  <a:lnTo>
                    <a:pt x="6641" y="2036"/>
                  </a:lnTo>
                  <a:lnTo>
                    <a:pt x="6834" y="2424"/>
                  </a:lnTo>
                  <a:lnTo>
                    <a:pt x="6980" y="2860"/>
                  </a:lnTo>
                  <a:lnTo>
                    <a:pt x="7028" y="3296"/>
                  </a:lnTo>
                  <a:lnTo>
                    <a:pt x="7028" y="3781"/>
                  </a:lnTo>
                  <a:lnTo>
                    <a:pt x="6883" y="4217"/>
                  </a:lnTo>
                  <a:lnTo>
                    <a:pt x="6641" y="4653"/>
                  </a:lnTo>
                  <a:lnTo>
                    <a:pt x="6350" y="4992"/>
                  </a:lnTo>
                  <a:lnTo>
                    <a:pt x="6301" y="5041"/>
                  </a:lnTo>
                  <a:lnTo>
                    <a:pt x="6059" y="5332"/>
                  </a:lnTo>
                  <a:lnTo>
                    <a:pt x="5817" y="5623"/>
                  </a:lnTo>
                  <a:lnTo>
                    <a:pt x="5574" y="5962"/>
                  </a:lnTo>
                  <a:lnTo>
                    <a:pt x="5429" y="6301"/>
                  </a:lnTo>
                  <a:lnTo>
                    <a:pt x="5235" y="6640"/>
                  </a:lnTo>
                  <a:lnTo>
                    <a:pt x="5138" y="7028"/>
                  </a:lnTo>
                  <a:lnTo>
                    <a:pt x="5041" y="7416"/>
                  </a:lnTo>
                  <a:lnTo>
                    <a:pt x="4993" y="7803"/>
                  </a:lnTo>
                  <a:lnTo>
                    <a:pt x="4557" y="7803"/>
                  </a:lnTo>
                  <a:lnTo>
                    <a:pt x="4557" y="4944"/>
                  </a:lnTo>
                  <a:lnTo>
                    <a:pt x="4993" y="4799"/>
                  </a:lnTo>
                  <a:lnTo>
                    <a:pt x="5381" y="4556"/>
                  </a:lnTo>
                  <a:lnTo>
                    <a:pt x="5526" y="4411"/>
                  </a:lnTo>
                  <a:lnTo>
                    <a:pt x="5574" y="4217"/>
                  </a:lnTo>
                  <a:lnTo>
                    <a:pt x="5574" y="4023"/>
                  </a:lnTo>
                  <a:lnTo>
                    <a:pt x="5477" y="3829"/>
                  </a:lnTo>
                  <a:lnTo>
                    <a:pt x="5332" y="3732"/>
                  </a:lnTo>
                  <a:lnTo>
                    <a:pt x="5138" y="3635"/>
                  </a:lnTo>
                  <a:lnTo>
                    <a:pt x="4944" y="3635"/>
                  </a:lnTo>
                  <a:lnTo>
                    <a:pt x="4799" y="3732"/>
                  </a:lnTo>
                  <a:lnTo>
                    <a:pt x="4605" y="3829"/>
                  </a:lnTo>
                  <a:lnTo>
                    <a:pt x="4411" y="3926"/>
                  </a:lnTo>
                  <a:lnTo>
                    <a:pt x="4217" y="3975"/>
                  </a:lnTo>
                  <a:lnTo>
                    <a:pt x="3830" y="3975"/>
                  </a:lnTo>
                  <a:lnTo>
                    <a:pt x="3636" y="3926"/>
                  </a:lnTo>
                  <a:lnTo>
                    <a:pt x="3442" y="3829"/>
                  </a:lnTo>
                  <a:lnTo>
                    <a:pt x="3297" y="3732"/>
                  </a:lnTo>
                  <a:lnTo>
                    <a:pt x="3103" y="3635"/>
                  </a:lnTo>
                  <a:lnTo>
                    <a:pt x="2909" y="3635"/>
                  </a:lnTo>
                  <a:lnTo>
                    <a:pt x="2715" y="3732"/>
                  </a:lnTo>
                  <a:lnTo>
                    <a:pt x="2570" y="3829"/>
                  </a:lnTo>
                  <a:lnTo>
                    <a:pt x="2473" y="4023"/>
                  </a:lnTo>
                  <a:lnTo>
                    <a:pt x="2473" y="4217"/>
                  </a:lnTo>
                  <a:lnTo>
                    <a:pt x="2521" y="4411"/>
                  </a:lnTo>
                  <a:lnTo>
                    <a:pt x="2666" y="4556"/>
                  </a:lnTo>
                  <a:lnTo>
                    <a:pt x="3103" y="4799"/>
                  </a:lnTo>
                  <a:lnTo>
                    <a:pt x="3539" y="4944"/>
                  </a:lnTo>
                  <a:lnTo>
                    <a:pt x="3539" y="7803"/>
                  </a:lnTo>
                  <a:lnTo>
                    <a:pt x="3103" y="7803"/>
                  </a:lnTo>
                  <a:lnTo>
                    <a:pt x="3006" y="7416"/>
                  </a:lnTo>
                  <a:lnTo>
                    <a:pt x="2909" y="7028"/>
                  </a:lnTo>
                  <a:lnTo>
                    <a:pt x="2812" y="6640"/>
                  </a:lnTo>
                  <a:lnTo>
                    <a:pt x="2666" y="6301"/>
                  </a:lnTo>
                  <a:lnTo>
                    <a:pt x="2473" y="5962"/>
                  </a:lnTo>
                  <a:lnTo>
                    <a:pt x="2230" y="5623"/>
                  </a:lnTo>
                  <a:lnTo>
                    <a:pt x="1988" y="5283"/>
                  </a:lnTo>
                  <a:lnTo>
                    <a:pt x="1746" y="5041"/>
                  </a:lnTo>
                  <a:lnTo>
                    <a:pt x="1406" y="4653"/>
                  </a:lnTo>
                  <a:lnTo>
                    <a:pt x="1213" y="4265"/>
                  </a:lnTo>
                  <a:lnTo>
                    <a:pt x="1067" y="3829"/>
                  </a:lnTo>
                  <a:lnTo>
                    <a:pt x="1019" y="3345"/>
                  </a:lnTo>
                  <a:lnTo>
                    <a:pt x="1067" y="2908"/>
                  </a:lnTo>
                  <a:lnTo>
                    <a:pt x="1213" y="2472"/>
                  </a:lnTo>
                  <a:lnTo>
                    <a:pt x="1406" y="2036"/>
                  </a:lnTo>
                  <a:lnTo>
                    <a:pt x="1697" y="1697"/>
                  </a:lnTo>
                  <a:lnTo>
                    <a:pt x="2036" y="1406"/>
                  </a:lnTo>
                  <a:lnTo>
                    <a:pt x="2473" y="1164"/>
                  </a:lnTo>
                  <a:lnTo>
                    <a:pt x="2909" y="1067"/>
                  </a:lnTo>
                  <a:lnTo>
                    <a:pt x="3345" y="1018"/>
                  </a:lnTo>
                  <a:close/>
                  <a:moveTo>
                    <a:pt x="4944" y="8773"/>
                  </a:moveTo>
                  <a:lnTo>
                    <a:pt x="4944" y="9451"/>
                  </a:lnTo>
                  <a:lnTo>
                    <a:pt x="4896" y="9597"/>
                  </a:lnTo>
                  <a:lnTo>
                    <a:pt x="4847" y="9694"/>
                  </a:lnTo>
                  <a:lnTo>
                    <a:pt x="4702" y="9790"/>
                  </a:lnTo>
                  <a:lnTo>
                    <a:pt x="3345" y="9790"/>
                  </a:lnTo>
                  <a:lnTo>
                    <a:pt x="3248" y="9694"/>
                  </a:lnTo>
                  <a:lnTo>
                    <a:pt x="3151" y="9597"/>
                  </a:lnTo>
                  <a:lnTo>
                    <a:pt x="3103" y="9451"/>
                  </a:lnTo>
                  <a:lnTo>
                    <a:pt x="3103" y="8773"/>
                  </a:lnTo>
                  <a:close/>
                  <a:moveTo>
                    <a:pt x="3006" y="1"/>
                  </a:moveTo>
                  <a:lnTo>
                    <a:pt x="2715" y="49"/>
                  </a:lnTo>
                  <a:lnTo>
                    <a:pt x="2376" y="146"/>
                  </a:lnTo>
                  <a:lnTo>
                    <a:pt x="2085" y="243"/>
                  </a:lnTo>
                  <a:lnTo>
                    <a:pt x="1794" y="388"/>
                  </a:lnTo>
                  <a:lnTo>
                    <a:pt x="1503" y="534"/>
                  </a:lnTo>
                  <a:lnTo>
                    <a:pt x="1213" y="728"/>
                  </a:lnTo>
                  <a:lnTo>
                    <a:pt x="970" y="970"/>
                  </a:lnTo>
                  <a:lnTo>
                    <a:pt x="776" y="1212"/>
                  </a:lnTo>
                  <a:lnTo>
                    <a:pt x="582" y="1503"/>
                  </a:lnTo>
                  <a:lnTo>
                    <a:pt x="389" y="1745"/>
                  </a:lnTo>
                  <a:lnTo>
                    <a:pt x="243" y="2036"/>
                  </a:lnTo>
                  <a:lnTo>
                    <a:pt x="146" y="2375"/>
                  </a:lnTo>
                  <a:lnTo>
                    <a:pt x="49" y="2666"/>
                  </a:lnTo>
                  <a:lnTo>
                    <a:pt x="1" y="3005"/>
                  </a:lnTo>
                  <a:lnTo>
                    <a:pt x="1" y="3345"/>
                  </a:lnTo>
                  <a:lnTo>
                    <a:pt x="1" y="3684"/>
                  </a:lnTo>
                  <a:lnTo>
                    <a:pt x="49" y="4023"/>
                  </a:lnTo>
                  <a:lnTo>
                    <a:pt x="146" y="4314"/>
                  </a:lnTo>
                  <a:lnTo>
                    <a:pt x="243" y="4653"/>
                  </a:lnTo>
                  <a:lnTo>
                    <a:pt x="389" y="4944"/>
                  </a:lnTo>
                  <a:lnTo>
                    <a:pt x="582" y="5235"/>
                  </a:lnTo>
                  <a:lnTo>
                    <a:pt x="776" y="5477"/>
                  </a:lnTo>
                  <a:lnTo>
                    <a:pt x="1019" y="5768"/>
                  </a:lnTo>
                  <a:lnTo>
                    <a:pt x="1261" y="6010"/>
                  </a:lnTo>
                  <a:lnTo>
                    <a:pt x="1455" y="6301"/>
                  </a:lnTo>
                  <a:lnTo>
                    <a:pt x="1649" y="6592"/>
                  </a:lnTo>
                  <a:lnTo>
                    <a:pt x="1794" y="6931"/>
                  </a:lnTo>
                  <a:lnTo>
                    <a:pt x="1939" y="7270"/>
                  </a:lnTo>
                  <a:lnTo>
                    <a:pt x="2036" y="7610"/>
                  </a:lnTo>
                  <a:lnTo>
                    <a:pt x="2085" y="7949"/>
                  </a:lnTo>
                  <a:lnTo>
                    <a:pt x="2085" y="8288"/>
                  </a:lnTo>
                  <a:lnTo>
                    <a:pt x="2085" y="9451"/>
                  </a:lnTo>
                  <a:lnTo>
                    <a:pt x="2133" y="9742"/>
                  </a:lnTo>
                  <a:lnTo>
                    <a:pt x="2230" y="9984"/>
                  </a:lnTo>
                  <a:lnTo>
                    <a:pt x="2327" y="10227"/>
                  </a:lnTo>
                  <a:lnTo>
                    <a:pt x="2521" y="10421"/>
                  </a:lnTo>
                  <a:lnTo>
                    <a:pt x="2715" y="10614"/>
                  </a:lnTo>
                  <a:lnTo>
                    <a:pt x="2957" y="10711"/>
                  </a:lnTo>
                  <a:lnTo>
                    <a:pt x="3200" y="10808"/>
                  </a:lnTo>
                  <a:lnTo>
                    <a:pt x="3539" y="10808"/>
                  </a:lnTo>
                  <a:lnTo>
                    <a:pt x="3539" y="11390"/>
                  </a:lnTo>
                  <a:lnTo>
                    <a:pt x="3587" y="11584"/>
                  </a:lnTo>
                  <a:lnTo>
                    <a:pt x="3684" y="11729"/>
                  </a:lnTo>
                  <a:lnTo>
                    <a:pt x="3830" y="11826"/>
                  </a:lnTo>
                  <a:lnTo>
                    <a:pt x="4023" y="11874"/>
                  </a:lnTo>
                  <a:lnTo>
                    <a:pt x="4217" y="11826"/>
                  </a:lnTo>
                  <a:lnTo>
                    <a:pt x="4411" y="11729"/>
                  </a:lnTo>
                  <a:lnTo>
                    <a:pt x="4508" y="11584"/>
                  </a:lnTo>
                  <a:lnTo>
                    <a:pt x="4557" y="11390"/>
                  </a:lnTo>
                  <a:lnTo>
                    <a:pt x="4557" y="10808"/>
                  </a:lnTo>
                  <a:lnTo>
                    <a:pt x="4847" y="10808"/>
                  </a:lnTo>
                  <a:lnTo>
                    <a:pt x="5138" y="10711"/>
                  </a:lnTo>
                  <a:lnTo>
                    <a:pt x="5332" y="10614"/>
                  </a:lnTo>
                  <a:lnTo>
                    <a:pt x="5574" y="10421"/>
                  </a:lnTo>
                  <a:lnTo>
                    <a:pt x="5720" y="10227"/>
                  </a:lnTo>
                  <a:lnTo>
                    <a:pt x="5865" y="9984"/>
                  </a:lnTo>
                  <a:lnTo>
                    <a:pt x="5914" y="9742"/>
                  </a:lnTo>
                  <a:lnTo>
                    <a:pt x="5962" y="9451"/>
                  </a:lnTo>
                  <a:lnTo>
                    <a:pt x="5962" y="8288"/>
                  </a:lnTo>
                  <a:lnTo>
                    <a:pt x="5962" y="7949"/>
                  </a:lnTo>
                  <a:lnTo>
                    <a:pt x="6011" y="7561"/>
                  </a:lnTo>
                  <a:lnTo>
                    <a:pt x="6107" y="7222"/>
                  </a:lnTo>
                  <a:lnTo>
                    <a:pt x="6253" y="6931"/>
                  </a:lnTo>
                  <a:lnTo>
                    <a:pt x="6398" y="6592"/>
                  </a:lnTo>
                  <a:lnTo>
                    <a:pt x="6592" y="6301"/>
                  </a:lnTo>
                  <a:lnTo>
                    <a:pt x="6786" y="6010"/>
                  </a:lnTo>
                  <a:lnTo>
                    <a:pt x="7028" y="5768"/>
                  </a:lnTo>
                  <a:lnTo>
                    <a:pt x="7077" y="5719"/>
                  </a:lnTo>
                  <a:lnTo>
                    <a:pt x="7319" y="5477"/>
                  </a:lnTo>
                  <a:lnTo>
                    <a:pt x="7513" y="5186"/>
                  </a:lnTo>
                  <a:lnTo>
                    <a:pt x="7658" y="4896"/>
                  </a:lnTo>
                  <a:lnTo>
                    <a:pt x="7804" y="4605"/>
                  </a:lnTo>
                  <a:lnTo>
                    <a:pt x="7949" y="4314"/>
                  </a:lnTo>
                  <a:lnTo>
                    <a:pt x="7998" y="3975"/>
                  </a:lnTo>
                  <a:lnTo>
                    <a:pt x="8046" y="3635"/>
                  </a:lnTo>
                  <a:lnTo>
                    <a:pt x="8046" y="3296"/>
                  </a:lnTo>
                  <a:lnTo>
                    <a:pt x="8046" y="2957"/>
                  </a:lnTo>
                  <a:lnTo>
                    <a:pt x="7998" y="2618"/>
                  </a:lnTo>
                  <a:lnTo>
                    <a:pt x="7901" y="2327"/>
                  </a:lnTo>
                  <a:lnTo>
                    <a:pt x="7804" y="2036"/>
                  </a:lnTo>
                  <a:lnTo>
                    <a:pt x="7658" y="1745"/>
                  </a:lnTo>
                  <a:lnTo>
                    <a:pt x="7465" y="1455"/>
                  </a:lnTo>
                  <a:lnTo>
                    <a:pt x="7271" y="1212"/>
                  </a:lnTo>
                  <a:lnTo>
                    <a:pt x="7077" y="970"/>
                  </a:lnTo>
                  <a:lnTo>
                    <a:pt x="6834" y="728"/>
                  </a:lnTo>
                  <a:lnTo>
                    <a:pt x="6544" y="582"/>
                  </a:lnTo>
                  <a:lnTo>
                    <a:pt x="6253" y="388"/>
                  </a:lnTo>
                  <a:lnTo>
                    <a:pt x="5962" y="243"/>
                  </a:lnTo>
                  <a:lnTo>
                    <a:pt x="5671" y="146"/>
                  </a:lnTo>
                  <a:lnTo>
                    <a:pt x="5332" y="49"/>
                  </a:lnTo>
                  <a:lnTo>
                    <a:pt x="49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8"/>
            <p:cNvSpPr/>
            <p:nvPr/>
          </p:nvSpPr>
          <p:spPr>
            <a:xfrm>
              <a:off x="6986064" y="1999856"/>
              <a:ext cx="133634" cy="133634"/>
            </a:xfrm>
            <a:custGeom>
              <a:avLst/>
              <a:gdLst/>
              <a:ahLst/>
              <a:cxnLst/>
              <a:rect l="l" t="t" r="r" b="b"/>
              <a:pathLst>
                <a:path w="5913" h="5913" extrusionOk="0">
                  <a:moveTo>
                    <a:pt x="4895" y="1018"/>
                  </a:moveTo>
                  <a:lnTo>
                    <a:pt x="4895" y="3199"/>
                  </a:lnTo>
                  <a:lnTo>
                    <a:pt x="4556" y="2811"/>
                  </a:lnTo>
                  <a:lnTo>
                    <a:pt x="4362" y="2714"/>
                  </a:lnTo>
                  <a:lnTo>
                    <a:pt x="4168" y="2666"/>
                  </a:lnTo>
                  <a:lnTo>
                    <a:pt x="3974" y="2714"/>
                  </a:lnTo>
                  <a:lnTo>
                    <a:pt x="3829" y="2811"/>
                  </a:lnTo>
                  <a:lnTo>
                    <a:pt x="1939" y="4701"/>
                  </a:lnTo>
                  <a:lnTo>
                    <a:pt x="1212" y="3974"/>
                  </a:lnTo>
                  <a:lnTo>
                    <a:pt x="3102" y="2133"/>
                  </a:lnTo>
                  <a:lnTo>
                    <a:pt x="3199" y="1939"/>
                  </a:lnTo>
                  <a:lnTo>
                    <a:pt x="3247" y="1745"/>
                  </a:lnTo>
                  <a:lnTo>
                    <a:pt x="3199" y="1551"/>
                  </a:lnTo>
                  <a:lnTo>
                    <a:pt x="3102" y="1406"/>
                  </a:lnTo>
                  <a:lnTo>
                    <a:pt x="2763" y="1018"/>
                  </a:lnTo>
                  <a:close/>
                  <a:moveTo>
                    <a:pt x="1502" y="0"/>
                  </a:moveTo>
                  <a:lnTo>
                    <a:pt x="1357" y="49"/>
                  </a:lnTo>
                  <a:lnTo>
                    <a:pt x="1212" y="97"/>
                  </a:lnTo>
                  <a:lnTo>
                    <a:pt x="1115" y="194"/>
                  </a:lnTo>
                  <a:lnTo>
                    <a:pt x="1066" y="339"/>
                  </a:lnTo>
                  <a:lnTo>
                    <a:pt x="1018" y="485"/>
                  </a:lnTo>
                  <a:lnTo>
                    <a:pt x="1018" y="630"/>
                  </a:lnTo>
                  <a:lnTo>
                    <a:pt x="1066" y="776"/>
                  </a:lnTo>
                  <a:lnTo>
                    <a:pt x="1163" y="872"/>
                  </a:lnTo>
                  <a:lnTo>
                    <a:pt x="2036" y="1745"/>
                  </a:lnTo>
                  <a:lnTo>
                    <a:pt x="145" y="3635"/>
                  </a:lnTo>
                  <a:lnTo>
                    <a:pt x="48" y="3780"/>
                  </a:lnTo>
                  <a:lnTo>
                    <a:pt x="0" y="3974"/>
                  </a:lnTo>
                  <a:lnTo>
                    <a:pt x="48" y="4168"/>
                  </a:lnTo>
                  <a:lnTo>
                    <a:pt x="145" y="4362"/>
                  </a:lnTo>
                  <a:lnTo>
                    <a:pt x="1599" y="5767"/>
                  </a:lnTo>
                  <a:lnTo>
                    <a:pt x="1745" y="5913"/>
                  </a:lnTo>
                  <a:lnTo>
                    <a:pt x="2132" y="5913"/>
                  </a:lnTo>
                  <a:lnTo>
                    <a:pt x="2326" y="5767"/>
                  </a:lnTo>
                  <a:lnTo>
                    <a:pt x="4168" y="3926"/>
                  </a:lnTo>
                  <a:lnTo>
                    <a:pt x="5040" y="4798"/>
                  </a:lnTo>
                  <a:lnTo>
                    <a:pt x="5186" y="4847"/>
                  </a:lnTo>
                  <a:lnTo>
                    <a:pt x="5331" y="4895"/>
                  </a:lnTo>
                  <a:lnTo>
                    <a:pt x="5477" y="4943"/>
                  </a:lnTo>
                  <a:lnTo>
                    <a:pt x="5622" y="4895"/>
                  </a:lnTo>
                  <a:lnTo>
                    <a:pt x="5719" y="4798"/>
                  </a:lnTo>
                  <a:lnTo>
                    <a:pt x="5816" y="4701"/>
                  </a:lnTo>
                  <a:lnTo>
                    <a:pt x="5913" y="4556"/>
                  </a:lnTo>
                  <a:lnTo>
                    <a:pt x="5913" y="4410"/>
                  </a:lnTo>
                  <a:lnTo>
                    <a:pt x="5913" y="533"/>
                  </a:lnTo>
                  <a:lnTo>
                    <a:pt x="5864" y="339"/>
                  </a:lnTo>
                  <a:lnTo>
                    <a:pt x="5767" y="145"/>
                  </a:lnTo>
                  <a:lnTo>
                    <a:pt x="5622" y="49"/>
                  </a:lnTo>
                  <a:lnTo>
                    <a:pt x="54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8"/>
            <p:cNvSpPr/>
            <p:nvPr/>
          </p:nvSpPr>
          <p:spPr>
            <a:xfrm>
              <a:off x="6727565" y="1999856"/>
              <a:ext cx="133634" cy="133634"/>
            </a:xfrm>
            <a:custGeom>
              <a:avLst/>
              <a:gdLst/>
              <a:ahLst/>
              <a:cxnLst/>
              <a:rect l="l" t="t" r="r" b="b"/>
              <a:pathLst>
                <a:path w="5913" h="5913" extrusionOk="0">
                  <a:moveTo>
                    <a:pt x="3199" y="1018"/>
                  </a:moveTo>
                  <a:lnTo>
                    <a:pt x="2811" y="1406"/>
                  </a:lnTo>
                  <a:lnTo>
                    <a:pt x="2714" y="1551"/>
                  </a:lnTo>
                  <a:lnTo>
                    <a:pt x="2666" y="1745"/>
                  </a:lnTo>
                  <a:lnTo>
                    <a:pt x="2714" y="1939"/>
                  </a:lnTo>
                  <a:lnTo>
                    <a:pt x="2811" y="2133"/>
                  </a:lnTo>
                  <a:lnTo>
                    <a:pt x="4701" y="3974"/>
                  </a:lnTo>
                  <a:lnTo>
                    <a:pt x="3974" y="4701"/>
                  </a:lnTo>
                  <a:lnTo>
                    <a:pt x="2133" y="2811"/>
                  </a:lnTo>
                  <a:lnTo>
                    <a:pt x="1939" y="2714"/>
                  </a:lnTo>
                  <a:lnTo>
                    <a:pt x="1745" y="2666"/>
                  </a:lnTo>
                  <a:lnTo>
                    <a:pt x="1551" y="2714"/>
                  </a:lnTo>
                  <a:lnTo>
                    <a:pt x="1406" y="2811"/>
                  </a:lnTo>
                  <a:lnTo>
                    <a:pt x="1018" y="3199"/>
                  </a:lnTo>
                  <a:lnTo>
                    <a:pt x="1018" y="1018"/>
                  </a:lnTo>
                  <a:close/>
                  <a:moveTo>
                    <a:pt x="533" y="0"/>
                  </a:moveTo>
                  <a:lnTo>
                    <a:pt x="340" y="49"/>
                  </a:lnTo>
                  <a:lnTo>
                    <a:pt x="146" y="145"/>
                  </a:lnTo>
                  <a:lnTo>
                    <a:pt x="49" y="339"/>
                  </a:lnTo>
                  <a:lnTo>
                    <a:pt x="0" y="533"/>
                  </a:lnTo>
                  <a:lnTo>
                    <a:pt x="0" y="4410"/>
                  </a:lnTo>
                  <a:lnTo>
                    <a:pt x="49" y="4556"/>
                  </a:lnTo>
                  <a:lnTo>
                    <a:pt x="97" y="4701"/>
                  </a:lnTo>
                  <a:lnTo>
                    <a:pt x="194" y="4798"/>
                  </a:lnTo>
                  <a:lnTo>
                    <a:pt x="340" y="4895"/>
                  </a:lnTo>
                  <a:lnTo>
                    <a:pt x="485" y="4943"/>
                  </a:lnTo>
                  <a:lnTo>
                    <a:pt x="630" y="4895"/>
                  </a:lnTo>
                  <a:lnTo>
                    <a:pt x="776" y="4847"/>
                  </a:lnTo>
                  <a:lnTo>
                    <a:pt x="873" y="4798"/>
                  </a:lnTo>
                  <a:lnTo>
                    <a:pt x="1745" y="3926"/>
                  </a:lnTo>
                  <a:lnTo>
                    <a:pt x="3635" y="5767"/>
                  </a:lnTo>
                  <a:lnTo>
                    <a:pt x="3781" y="5913"/>
                  </a:lnTo>
                  <a:lnTo>
                    <a:pt x="4168" y="5913"/>
                  </a:lnTo>
                  <a:lnTo>
                    <a:pt x="4362" y="5767"/>
                  </a:lnTo>
                  <a:lnTo>
                    <a:pt x="5768" y="4362"/>
                  </a:lnTo>
                  <a:lnTo>
                    <a:pt x="5913" y="4168"/>
                  </a:lnTo>
                  <a:lnTo>
                    <a:pt x="5913" y="3974"/>
                  </a:lnTo>
                  <a:lnTo>
                    <a:pt x="5913" y="3780"/>
                  </a:lnTo>
                  <a:lnTo>
                    <a:pt x="5768" y="3635"/>
                  </a:lnTo>
                  <a:lnTo>
                    <a:pt x="3926" y="1745"/>
                  </a:lnTo>
                  <a:lnTo>
                    <a:pt x="4798" y="872"/>
                  </a:lnTo>
                  <a:lnTo>
                    <a:pt x="4847" y="776"/>
                  </a:lnTo>
                  <a:lnTo>
                    <a:pt x="4895" y="630"/>
                  </a:lnTo>
                  <a:lnTo>
                    <a:pt x="4944" y="485"/>
                  </a:lnTo>
                  <a:lnTo>
                    <a:pt x="4895" y="339"/>
                  </a:lnTo>
                  <a:lnTo>
                    <a:pt x="4798" y="194"/>
                  </a:lnTo>
                  <a:lnTo>
                    <a:pt x="4701" y="97"/>
                  </a:lnTo>
                  <a:lnTo>
                    <a:pt x="4556" y="49"/>
                  </a:lnTo>
                  <a:lnTo>
                    <a:pt x="4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8"/>
            <p:cNvSpPr/>
            <p:nvPr/>
          </p:nvSpPr>
          <p:spPr>
            <a:xfrm>
              <a:off x="7037524" y="2182758"/>
              <a:ext cx="56997" cy="23029"/>
            </a:xfrm>
            <a:custGeom>
              <a:avLst/>
              <a:gdLst/>
              <a:ahLst/>
              <a:cxnLst/>
              <a:rect l="l" t="t" r="r" b="b"/>
              <a:pathLst>
                <a:path w="2522" h="1019" extrusionOk="0">
                  <a:moveTo>
                    <a:pt x="340" y="1"/>
                  </a:moveTo>
                  <a:lnTo>
                    <a:pt x="146" y="146"/>
                  </a:lnTo>
                  <a:lnTo>
                    <a:pt x="49" y="291"/>
                  </a:lnTo>
                  <a:lnTo>
                    <a:pt x="1" y="485"/>
                  </a:lnTo>
                  <a:lnTo>
                    <a:pt x="49" y="679"/>
                  </a:lnTo>
                  <a:lnTo>
                    <a:pt x="146" y="873"/>
                  </a:lnTo>
                  <a:lnTo>
                    <a:pt x="340" y="970"/>
                  </a:lnTo>
                  <a:lnTo>
                    <a:pt x="534" y="1018"/>
                  </a:lnTo>
                  <a:lnTo>
                    <a:pt x="2036" y="1018"/>
                  </a:lnTo>
                  <a:lnTo>
                    <a:pt x="2230" y="970"/>
                  </a:lnTo>
                  <a:lnTo>
                    <a:pt x="2376" y="873"/>
                  </a:lnTo>
                  <a:lnTo>
                    <a:pt x="2473" y="679"/>
                  </a:lnTo>
                  <a:lnTo>
                    <a:pt x="2521" y="485"/>
                  </a:lnTo>
                  <a:lnTo>
                    <a:pt x="2473" y="291"/>
                  </a:lnTo>
                  <a:lnTo>
                    <a:pt x="2376" y="146"/>
                  </a:lnTo>
                  <a:lnTo>
                    <a:pt x="22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8"/>
            <p:cNvSpPr/>
            <p:nvPr/>
          </p:nvSpPr>
          <p:spPr>
            <a:xfrm>
              <a:off x="6752742" y="2182758"/>
              <a:ext cx="56997" cy="23029"/>
            </a:xfrm>
            <a:custGeom>
              <a:avLst/>
              <a:gdLst/>
              <a:ahLst/>
              <a:cxnLst/>
              <a:rect l="l" t="t" r="r" b="b"/>
              <a:pathLst>
                <a:path w="2522" h="1019" extrusionOk="0">
                  <a:moveTo>
                    <a:pt x="340" y="1"/>
                  </a:moveTo>
                  <a:lnTo>
                    <a:pt x="146" y="146"/>
                  </a:lnTo>
                  <a:lnTo>
                    <a:pt x="49" y="291"/>
                  </a:lnTo>
                  <a:lnTo>
                    <a:pt x="1" y="485"/>
                  </a:lnTo>
                  <a:lnTo>
                    <a:pt x="49" y="679"/>
                  </a:lnTo>
                  <a:lnTo>
                    <a:pt x="146" y="873"/>
                  </a:lnTo>
                  <a:lnTo>
                    <a:pt x="340" y="970"/>
                  </a:lnTo>
                  <a:lnTo>
                    <a:pt x="534" y="1018"/>
                  </a:lnTo>
                  <a:lnTo>
                    <a:pt x="2036" y="1018"/>
                  </a:lnTo>
                  <a:lnTo>
                    <a:pt x="2230" y="970"/>
                  </a:lnTo>
                  <a:lnTo>
                    <a:pt x="2376" y="873"/>
                  </a:lnTo>
                  <a:lnTo>
                    <a:pt x="2473" y="679"/>
                  </a:lnTo>
                  <a:lnTo>
                    <a:pt x="2521" y="485"/>
                  </a:lnTo>
                  <a:lnTo>
                    <a:pt x="2473" y="291"/>
                  </a:lnTo>
                  <a:lnTo>
                    <a:pt x="2376" y="146"/>
                  </a:lnTo>
                  <a:lnTo>
                    <a:pt x="22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8"/>
            <p:cNvSpPr/>
            <p:nvPr/>
          </p:nvSpPr>
          <p:spPr>
            <a:xfrm>
              <a:off x="6766980" y="2232049"/>
              <a:ext cx="50421" cy="41652"/>
            </a:xfrm>
            <a:custGeom>
              <a:avLst/>
              <a:gdLst/>
              <a:ahLst/>
              <a:cxnLst/>
              <a:rect l="l" t="t" r="r" b="b"/>
              <a:pathLst>
                <a:path w="2231" h="1843" extrusionOk="0">
                  <a:moveTo>
                    <a:pt x="1649" y="1"/>
                  </a:moveTo>
                  <a:lnTo>
                    <a:pt x="1455" y="98"/>
                  </a:lnTo>
                  <a:lnTo>
                    <a:pt x="195" y="873"/>
                  </a:lnTo>
                  <a:lnTo>
                    <a:pt x="49" y="1018"/>
                  </a:lnTo>
                  <a:lnTo>
                    <a:pt x="1" y="1212"/>
                  </a:lnTo>
                  <a:lnTo>
                    <a:pt x="1" y="1406"/>
                  </a:lnTo>
                  <a:lnTo>
                    <a:pt x="49" y="1600"/>
                  </a:lnTo>
                  <a:lnTo>
                    <a:pt x="195" y="1745"/>
                  </a:lnTo>
                  <a:lnTo>
                    <a:pt x="389" y="1794"/>
                  </a:lnTo>
                  <a:lnTo>
                    <a:pt x="583" y="1842"/>
                  </a:lnTo>
                  <a:lnTo>
                    <a:pt x="776" y="1745"/>
                  </a:lnTo>
                  <a:lnTo>
                    <a:pt x="2037" y="921"/>
                  </a:lnTo>
                  <a:lnTo>
                    <a:pt x="2182" y="825"/>
                  </a:lnTo>
                  <a:lnTo>
                    <a:pt x="2230" y="631"/>
                  </a:lnTo>
                  <a:lnTo>
                    <a:pt x="2230" y="437"/>
                  </a:lnTo>
                  <a:lnTo>
                    <a:pt x="2182" y="243"/>
                  </a:lnTo>
                  <a:lnTo>
                    <a:pt x="2037" y="98"/>
                  </a:lnTo>
                  <a:lnTo>
                    <a:pt x="18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8"/>
            <p:cNvSpPr/>
            <p:nvPr/>
          </p:nvSpPr>
          <p:spPr>
            <a:xfrm>
              <a:off x="7029863" y="2232049"/>
              <a:ext cx="51505" cy="41652"/>
            </a:xfrm>
            <a:custGeom>
              <a:avLst/>
              <a:gdLst/>
              <a:ahLst/>
              <a:cxnLst/>
              <a:rect l="l" t="t" r="r" b="b"/>
              <a:pathLst>
                <a:path w="2279" h="1843" extrusionOk="0">
                  <a:moveTo>
                    <a:pt x="388" y="1"/>
                  </a:moveTo>
                  <a:lnTo>
                    <a:pt x="194" y="98"/>
                  </a:lnTo>
                  <a:lnTo>
                    <a:pt x="98" y="243"/>
                  </a:lnTo>
                  <a:lnTo>
                    <a:pt x="1" y="437"/>
                  </a:lnTo>
                  <a:lnTo>
                    <a:pt x="1" y="631"/>
                  </a:lnTo>
                  <a:lnTo>
                    <a:pt x="98" y="825"/>
                  </a:lnTo>
                  <a:lnTo>
                    <a:pt x="243" y="921"/>
                  </a:lnTo>
                  <a:lnTo>
                    <a:pt x="1503" y="1745"/>
                  </a:lnTo>
                  <a:lnTo>
                    <a:pt x="1697" y="1842"/>
                  </a:lnTo>
                  <a:lnTo>
                    <a:pt x="1891" y="1794"/>
                  </a:lnTo>
                  <a:lnTo>
                    <a:pt x="2036" y="1745"/>
                  </a:lnTo>
                  <a:lnTo>
                    <a:pt x="2182" y="1600"/>
                  </a:lnTo>
                  <a:lnTo>
                    <a:pt x="2278" y="1406"/>
                  </a:lnTo>
                  <a:lnTo>
                    <a:pt x="2278" y="1212"/>
                  </a:lnTo>
                  <a:lnTo>
                    <a:pt x="2182" y="1018"/>
                  </a:lnTo>
                  <a:lnTo>
                    <a:pt x="2036" y="873"/>
                  </a:lnTo>
                  <a:lnTo>
                    <a:pt x="776" y="98"/>
                  </a:lnTo>
                  <a:lnTo>
                    <a:pt x="5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39"/>
          <p:cNvSpPr txBox="1">
            <a:spLocks noGrp="1"/>
          </p:cNvSpPr>
          <p:nvPr>
            <p:ph type="title"/>
          </p:nvPr>
        </p:nvSpPr>
        <p:spPr>
          <a:xfrm>
            <a:off x="720000" y="445025"/>
            <a:ext cx="554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Possible Models</a:t>
            </a:r>
            <a:endParaRPr/>
          </a:p>
        </p:txBody>
      </p:sp>
      <p:sp>
        <p:nvSpPr>
          <p:cNvPr id="480" name="Google Shape;480;p39"/>
          <p:cNvSpPr txBox="1">
            <a:spLocks noGrp="1"/>
          </p:cNvSpPr>
          <p:nvPr>
            <p:ph type="subTitle" idx="1"/>
          </p:nvPr>
        </p:nvSpPr>
        <p:spPr>
          <a:xfrm>
            <a:off x="720000" y="1652075"/>
            <a:ext cx="4873500" cy="239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 few models that may serve:</a:t>
            </a:r>
            <a:endParaRPr/>
          </a:p>
          <a:p>
            <a:pPr marL="457200" lvl="0" indent="-317500" algn="l" rtl="0">
              <a:spcBef>
                <a:spcPts val="1000"/>
              </a:spcBef>
              <a:spcAft>
                <a:spcPts val="0"/>
              </a:spcAft>
              <a:buSzPts val="1400"/>
              <a:buChar char="●"/>
            </a:pPr>
            <a:r>
              <a:rPr lang="en"/>
              <a:t>Autoregressive Integrated Moving Average (ARIMA)</a:t>
            </a:r>
            <a:endParaRPr/>
          </a:p>
          <a:p>
            <a:pPr marL="457200" lvl="0" indent="-330200" algn="l" rtl="0">
              <a:spcBef>
                <a:spcPts val="0"/>
              </a:spcBef>
              <a:spcAft>
                <a:spcPts val="0"/>
              </a:spcAft>
              <a:buSzPts val="1600"/>
              <a:buChar char="●"/>
            </a:pPr>
            <a:r>
              <a:rPr lang="en"/>
              <a:t>Exponential Smoothing (ETS)</a:t>
            </a:r>
            <a:endParaRPr/>
          </a:p>
          <a:p>
            <a:pPr marL="457200" lvl="0" indent="-317500" algn="l" rtl="0">
              <a:spcBef>
                <a:spcPts val="0"/>
              </a:spcBef>
              <a:spcAft>
                <a:spcPts val="0"/>
              </a:spcAft>
              <a:buSzPts val="1400"/>
              <a:buChar char="●"/>
            </a:pPr>
            <a:r>
              <a:rPr lang="en"/>
              <a:t>Recurrent Neural Network (RNN)</a:t>
            </a:r>
            <a:endParaRPr/>
          </a:p>
          <a:p>
            <a:pPr marL="0" lvl="0" indent="0" algn="l" rtl="0">
              <a:spcBef>
                <a:spcPts val="1000"/>
              </a:spcBef>
              <a:spcAft>
                <a:spcPts val="0"/>
              </a:spcAft>
              <a:buNone/>
            </a:pPr>
            <a:r>
              <a:rPr lang="en"/>
              <a:t>The first two of these models are statistical, while RNN brings in machine learning. RNN is potentially more powerful, but also more difficult to apply, since it needs </a:t>
            </a:r>
            <a:endParaRPr/>
          </a:p>
          <a:p>
            <a:pPr marL="0" lvl="0" indent="0" algn="l" rtl="0">
              <a:spcBef>
                <a:spcPts val="0"/>
              </a:spcBef>
              <a:spcAft>
                <a:spcPts val="0"/>
              </a:spcAft>
              <a:buNone/>
            </a:pPr>
            <a:r>
              <a:rPr lang="en"/>
              <a:t>a lot of data to avoid overfitting.</a:t>
            </a:r>
            <a:endParaRPr/>
          </a:p>
        </p:txBody>
      </p:sp>
      <p:grpSp>
        <p:nvGrpSpPr>
          <p:cNvPr id="481" name="Google Shape;481;p39"/>
          <p:cNvGrpSpPr/>
          <p:nvPr/>
        </p:nvGrpSpPr>
        <p:grpSpPr>
          <a:xfrm>
            <a:off x="5430930" y="-445784"/>
            <a:ext cx="4086563" cy="6064817"/>
            <a:chOff x="5430930" y="-445784"/>
            <a:chExt cx="4086563" cy="6064817"/>
          </a:xfrm>
        </p:grpSpPr>
        <p:sp>
          <p:nvSpPr>
            <p:cNvPr id="482" name="Google Shape;482;p39"/>
            <p:cNvSpPr/>
            <p:nvPr/>
          </p:nvSpPr>
          <p:spPr>
            <a:xfrm>
              <a:off x="7368520" y="9887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9"/>
            <p:cNvSpPr/>
            <p:nvPr/>
          </p:nvSpPr>
          <p:spPr>
            <a:xfrm rot="10800000" flipH="1">
              <a:off x="6036409" y="19621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9"/>
            <p:cNvSpPr/>
            <p:nvPr/>
          </p:nvSpPr>
          <p:spPr>
            <a:xfrm>
              <a:off x="7309474" y="21661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9"/>
            <p:cNvSpPr/>
            <p:nvPr/>
          </p:nvSpPr>
          <p:spPr>
            <a:xfrm>
              <a:off x="6269702" y="-4457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9"/>
            <p:cNvSpPr/>
            <p:nvPr/>
          </p:nvSpPr>
          <p:spPr>
            <a:xfrm>
              <a:off x="5830483" y="42158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9"/>
            <p:cNvSpPr/>
            <p:nvPr/>
          </p:nvSpPr>
          <p:spPr>
            <a:xfrm>
              <a:off x="6269683" y="13325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9"/>
            <p:cNvSpPr/>
            <p:nvPr/>
          </p:nvSpPr>
          <p:spPr>
            <a:xfrm>
              <a:off x="8430764" y="234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9"/>
            <p:cNvSpPr/>
            <p:nvPr/>
          </p:nvSpPr>
          <p:spPr>
            <a:xfrm>
              <a:off x="7309467" y="26182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9"/>
            <p:cNvSpPr/>
            <p:nvPr/>
          </p:nvSpPr>
          <p:spPr>
            <a:xfrm>
              <a:off x="7962441" y="13180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9"/>
            <p:cNvSpPr/>
            <p:nvPr/>
          </p:nvSpPr>
          <p:spPr>
            <a:xfrm rot="10800000" flipH="1">
              <a:off x="6351880" y="31108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p:cNvSpPr/>
            <p:nvPr/>
          </p:nvSpPr>
          <p:spPr>
            <a:xfrm rot="10800000" flipH="1">
              <a:off x="6790284" y="354856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9"/>
            <p:cNvSpPr/>
            <p:nvPr/>
          </p:nvSpPr>
          <p:spPr>
            <a:xfrm rot="10800000" flipH="1">
              <a:off x="5430930" y="4650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p:cNvSpPr/>
            <p:nvPr/>
          </p:nvSpPr>
          <p:spPr>
            <a:xfrm>
              <a:off x="8678783" y="266882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9"/>
            <p:cNvSpPr/>
            <p:nvPr/>
          </p:nvSpPr>
          <p:spPr>
            <a:xfrm>
              <a:off x="8430773" y="22359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9"/>
            <p:cNvSpPr/>
            <p:nvPr/>
          </p:nvSpPr>
          <p:spPr>
            <a:xfrm rot="10800000" flipH="1">
              <a:off x="8119787" y="36369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p:cNvSpPr/>
            <p:nvPr/>
          </p:nvSpPr>
          <p:spPr>
            <a:xfrm rot="10800000" flipH="1">
              <a:off x="7697255" y="411247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9"/>
            <p:cNvSpPr/>
            <p:nvPr/>
          </p:nvSpPr>
          <p:spPr>
            <a:xfrm>
              <a:off x="6628072" y="11249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9"/>
            <p:cNvSpPr/>
            <p:nvPr/>
          </p:nvSpPr>
          <p:spPr>
            <a:xfrm rot="10800000" flipH="1">
              <a:off x="7825159" y="-2514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0"/>
          <p:cNvSpPr txBox="1">
            <a:spLocks noGrp="1"/>
          </p:cNvSpPr>
          <p:nvPr>
            <p:ph type="title"/>
          </p:nvPr>
        </p:nvSpPr>
        <p:spPr>
          <a:xfrm>
            <a:off x="713225" y="1603550"/>
            <a:ext cx="4344300" cy="161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Current Models</a:t>
            </a:r>
            <a:endParaRPr/>
          </a:p>
        </p:txBody>
      </p:sp>
      <p:sp>
        <p:nvSpPr>
          <p:cNvPr id="505" name="Google Shape;505;p40"/>
          <p:cNvSpPr txBox="1">
            <a:spLocks noGrp="1"/>
          </p:cNvSpPr>
          <p:nvPr>
            <p:ph type="subTitle" idx="1"/>
          </p:nvPr>
        </p:nvSpPr>
        <p:spPr>
          <a:xfrm>
            <a:off x="713225" y="3300150"/>
            <a:ext cx="4344300" cy="10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ETS and ARIMA are not too difficult to fit, and set the bar that more complex models will need to beat to be worthwhile.</a:t>
            </a:r>
            <a:endParaRPr/>
          </a:p>
        </p:txBody>
      </p:sp>
      <p:grpSp>
        <p:nvGrpSpPr>
          <p:cNvPr id="506" name="Google Shape;506;p40"/>
          <p:cNvGrpSpPr/>
          <p:nvPr/>
        </p:nvGrpSpPr>
        <p:grpSpPr>
          <a:xfrm>
            <a:off x="5104880" y="-153372"/>
            <a:ext cx="4218588" cy="6000577"/>
            <a:chOff x="5104880" y="-153372"/>
            <a:chExt cx="4218588" cy="6000577"/>
          </a:xfrm>
        </p:grpSpPr>
        <p:sp>
          <p:nvSpPr>
            <p:cNvPr id="507" name="Google Shape;507;p40"/>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40"/>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40"/>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0"/>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0"/>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40"/>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40"/>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40"/>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40"/>
            <p:cNvSpPr/>
            <p:nvPr/>
          </p:nvSpPr>
          <p:spPr>
            <a:xfrm rot="10800000" flipH="1">
              <a:off x="6036087" y="31249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40"/>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0"/>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0"/>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0"/>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0"/>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0"/>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0"/>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0"/>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24" name="Google Shape;524;p40"/>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41"/>
          <p:cNvSpPr txBox="1">
            <a:spLocks noGrp="1"/>
          </p:cNvSpPr>
          <p:nvPr>
            <p:ph type="title"/>
          </p:nvPr>
        </p:nvSpPr>
        <p:spPr>
          <a:xfrm>
            <a:off x="720000" y="901769"/>
            <a:ext cx="3777300" cy="89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ARIMA</a:t>
            </a:r>
            <a:endParaRPr/>
          </a:p>
        </p:txBody>
      </p:sp>
      <p:sp>
        <p:nvSpPr>
          <p:cNvPr id="530" name="Google Shape;530;p41"/>
          <p:cNvSpPr txBox="1">
            <a:spLocks noGrp="1"/>
          </p:cNvSpPr>
          <p:nvPr>
            <p:ph type="subTitle" idx="1"/>
          </p:nvPr>
        </p:nvSpPr>
        <p:spPr>
          <a:xfrm>
            <a:off x="720000" y="1795174"/>
            <a:ext cx="3777300" cy="14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ARIMA draws a smooth trend line, treating much of the variation in data as noise. This conservative approach avoids large errors, but does not capture all the interesting variation we would like to model.</a:t>
            </a:r>
            <a:endParaRPr/>
          </a:p>
        </p:txBody>
      </p:sp>
      <p:pic>
        <p:nvPicPr>
          <p:cNvPr id="531" name="Google Shape;531;p41" title="spt04_arima_imp+rehab.png"/>
          <p:cNvPicPr preferRelativeResize="0"/>
          <p:nvPr/>
        </p:nvPicPr>
        <p:blipFill>
          <a:blip r:embed="rId3">
            <a:alphaModFix/>
          </a:blip>
          <a:stretch>
            <a:fillRect/>
          </a:stretch>
        </p:blipFill>
        <p:spPr>
          <a:xfrm>
            <a:off x="4594600" y="1270325"/>
            <a:ext cx="4213217" cy="260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42"/>
          <p:cNvSpPr txBox="1">
            <a:spLocks noGrp="1"/>
          </p:cNvSpPr>
          <p:nvPr>
            <p:ph type="title"/>
          </p:nvPr>
        </p:nvSpPr>
        <p:spPr>
          <a:xfrm>
            <a:off x="720000" y="880747"/>
            <a:ext cx="3777300" cy="134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Exponential Smoothing</a:t>
            </a:r>
            <a:endParaRPr/>
          </a:p>
        </p:txBody>
      </p:sp>
      <p:sp>
        <p:nvSpPr>
          <p:cNvPr id="537" name="Google Shape;537;p42"/>
          <p:cNvSpPr txBox="1">
            <a:spLocks noGrp="1"/>
          </p:cNvSpPr>
          <p:nvPr>
            <p:ph type="subTitle" idx="1"/>
          </p:nvPr>
        </p:nvSpPr>
        <p:spPr>
          <a:xfrm>
            <a:off x="720000" y="2226849"/>
            <a:ext cx="3777300" cy="134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ETS makes a stronger attempt to replicate the seasonal patterns in the data. Its predictions look more realistically shaped than ARIMA’s, but bad guesses are not uncommon, and can give greater error.</a:t>
            </a:r>
            <a:endParaRPr/>
          </a:p>
        </p:txBody>
      </p:sp>
      <p:pic>
        <p:nvPicPr>
          <p:cNvPr id="538" name="Google Shape;538;p42" title="spt05_ets_opt_imp+rehab1.png"/>
          <p:cNvPicPr preferRelativeResize="0"/>
          <p:nvPr/>
        </p:nvPicPr>
        <p:blipFill>
          <a:blip r:embed="rId3">
            <a:alphaModFix/>
          </a:blip>
          <a:stretch>
            <a:fillRect/>
          </a:stretch>
        </p:blipFill>
        <p:spPr>
          <a:xfrm>
            <a:off x="4612975" y="1259650"/>
            <a:ext cx="4277925" cy="2642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3"/>
          <p:cNvSpPr txBox="1">
            <a:spLocks noGrp="1"/>
          </p:cNvSpPr>
          <p:nvPr>
            <p:ph type="title"/>
          </p:nvPr>
        </p:nvSpPr>
        <p:spPr>
          <a:xfrm>
            <a:off x="720000" y="445025"/>
            <a:ext cx="7704000" cy="78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Statistical models beat baselines</a:t>
            </a:r>
            <a:endParaRPr/>
          </a:p>
        </p:txBody>
      </p:sp>
      <p:pic>
        <p:nvPicPr>
          <p:cNvPr id="544" name="Google Shape;544;p43" title="spt04_full_train_rmse.png"/>
          <p:cNvPicPr preferRelativeResize="0"/>
          <p:nvPr/>
        </p:nvPicPr>
        <p:blipFill>
          <a:blip r:embed="rId3">
            <a:alphaModFix/>
          </a:blip>
          <a:stretch>
            <a:fillRect/>
          </a:stretch>
        </p:blipFill>
        <p:spPr>
          <a:xfrm>
            <a:off x="4625425" y="1234025"/>
            <a:ext cx="3798576" cy="2346749"/>
          </a:xfrm>
          <a:prstGeom prst="rect">
            <a:avLst/>
          </a:prstGeom>
          <a:noFill/>
          <a:ln>
            <a:noFill/>
          </a:ln>
        </p:spPr>
      </p:pic>
      <p:pic>
        <p:nvPicPr>
          <p:cNvPr id="545" name="Google Shape;545;p43" title="opt_imp+rehab_rmse.png"/>
          <p:cNvPicPr preferRelativeResize="0"/>
          <p:nvPr/>
        </p:nvPicPr>
        <p:blipFill>
          <a:blip r:embed="rId4">
            <a:alphaModFix/>
          </a:blip>
          <a:stretch>
            <a:fillRect/>
          </a:stretch>
        </p:blipFill>
        <p:spPr>
          <a:xfrm>
            <a:off x="720000" y="1234021"/>
            <a:ext cx="3798576" cy="2346753"/>
          </a:xfrm>
          <a:prstGeom prst="rect">
            <a:avLst/>
          </a:prstGeom>
          <a:noFill/>
          <a:ln>
            <a:noFill/>
          </a:ln>
        </p:spPr>
      </p:pic>
      <p:sp>
        <p:nvSpPr>
          <p:cNvPr id="546" name="Google Shape;546;p43"/>
          <p:cNvSpPr txBox="1"/>
          <p:nvPr/>
        </p:nvSpPr>
        <p:spPr>
          <a:xfrm>
            <a:off x="1940100" y="3846850"/>
            <a:ext cx="5263800" cy="101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a:solidFill>
                  <a:schemeClr val="dk1"/>
                </a:solidFill>
                <a:latin typeface="DM Sans"/>
                <a:ea typeface="DM Sans"/>
                <a:cs typeface="DM Sans"/>
                <a:sym typeface="DM Sans"/>
              </a:rPr>
              <a:t>For both participants, one or both of ETS or ARIMA beat all simple baseline prediction methods. </a:t>
            </a:r>
            <a:endParaRPr sz="1700">
              <a:solidFill>
                <a:schemeClr val="dk1"/>
              </a:solidFill>
              <a:latin typeface="DM Sans"/>
              <a:ea typeface="DM Sans"/>
              <a:cs typeface="DM Sans"/>
              <a:sym typeface="DM Sans"/>
            </a:endParaRPr>
          </a:p>
          <a:p>
            <a:pPr marL="0" lvl="0" indent="0" algn="ctr" rtl="0">
              <a:spcBef>
                <a:spcPts val="0"/>
              </a:spcBef>
              <a:spcAft>
                <a:spcPts val="0"/>
              </a:spcAft>
              <a:buNone/>
            </a:pPr>
            <a:r>
              <a:rPr lang="en" sz="1700">
                <a:solidFill>
                  <a:schemeClr val="dk1"/>
                </a:solidFill>
                <a:latin typeface="DM Sans"/>
                <a:ea typeface="DM Sans"/>
                <a:cs typeface="DM Sans"/>
                <a:sym typeface="DM Sans"/>
              </a:rPr>
              <a:t>This confirms that we can do better than guessing.</a:t>
            </a:r>
            <a:endParaRPr sz="1700">
              <a:solidFill>
                <a:schemeClr val="dk1"/>
              </a:solidFill>
              <a:latin typeface="DM Sans"/>
              <a:ea typeface="DM Sans"/>
              <a:cs typeface="DM Sans"/>
              <a:sym typeface="DM Sans"/>
            </a:endParaRPr>
          </a:p>
        </p:txBody>
      </p:sp>
      <p:sp>
        <p:nvSpPr>
          <p:cNvPr id="547" name="Google Shape;547;p43"/>
          <p:cNvSpPr/>
          <p:nvPr/>
        </p:nvSpPr>
        <p:spPr>
          <a:xfrm>
            <a:off x="1587600" y="2272100"/>
            <a:ext cx="352500" cy="1250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48" name="Google Shape;548;p43"/>
          <p:cNvSpPr/>
          <p:nvPr/>
        </p:nvSpPr>
        <p:spPr>
          <a:xfrm>
            <a:off x="4915000" y="2857500"/>
            <a:ext cx="352500" cy="6648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49" name="Google Shape;549;p43"/>
          <p:cNvSpPr txBox="1"/>
          <p:nvPr/>
        </p:nvSpPr>
        <p:spPr>
          <a:xfrm>
            <a:off x="1461300" y="3450075"/>
            <a:ext cx="605100" cy="31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M Sans"/>
                <a:ea typeface="DM Sans"/>
                <a:cs typeface="DM Sans"/>
                <a:sym typeface="DM Sans"/>
              </a:rPr>
              <a:t>ETS</a:t>
            </a:r>
            <a:endParaRPr>
              <a:solidFill>
                <a:schemeClr val="dk1"/>
              </a:solidFill>
              <a:latin typeface="DM Sans"/>
              <a:ea typeface="DM Sans"/>
              <a:cs typeface="DM Sans"/>
              <a:sym typeface="DM Sans"/>
            </a:endParaRPr>
          </a:p>
        </p:txBody>
      </p:sp>
      <p:sp>
        <p:nvSpPr>
          <p:cNvPr id="550" name="Google Shape;550;p43"/>
          <p:cNvSpPr txBox="1"/>
          <p:nvPr/>
        </p:nvSpPr>
        <p:spPr>
          <a:xfrm>
            <a:off x="4669600" y="3450075"/>
            <a:ext cx="843300" cy="31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M Sans"/>
                <a:ea typeface="DM Sans"/>
                <a:cs typeface="DM Sans"/>
                <a:sym typeface="DM Sans"/>
              </a:rPr>
              <a:t>ARIMA</a:t>
            </a:r>
            <a:endParaRPr>
              <a:solidFill>
                <a:schemeClr val="dk1"/>
              </a:solidFill>
              <a:latin typeface="DM Sans"/>
              <a:ea typeface="DM Sans"/>
              <a:cs typeface="DM Sans"/>
              <a:sym typeface="DM Sans"/>
            </a:endParaRPr>
          </a:p>
        </p:txBody>
      </p:sp>
      <p:cxnSp>
        <p:nvCxnSpPr>
          <p:cNvPr id="551" name="Google Shape;551;p43"/>
          <p:cNvCxnSpPr>
            <a:stCxn id="549" idx="0"/>
            <a:endCxn id="549" idx="0"/>
          </p:cNvCxnSpPr>
          <p:nvPr/>
        </p:nvCxnSpPr>
        <p:spPr>
          <a:xfrm>
            <a:off x="1763850" y="3450075"/>
            <a:ext cx="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Timeline</a:t>
            </a:r>
            <a:endParaRPr/>
          </a:p>
        </p:txBody>
      </p:sp>
      <p:sp>
        <p:nvSpPr>
          <p:cNvPr id="557" name="Google Shape;557;p44"/>
          <p:cNvSpPr/>
          <p:nvPr/>
        </p:nvSpPr>
        <p:spPr>
          <a:xfrm>
            <a:off x="1531125" y="1361700"/>
            <a:ext cx="176400" cy="17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4"/>
          <p:cNvSpPr/>
          <p:nvPr/>
        </p:nvSpPr>
        <p:spPr>
          <a:xfrm>
            <a:off x="3495025" y="1361700"/>
            <a:ext cx="176400" cy="17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4"/>
          <p:cNvSpPr/>
          <p:nvPr/>
        </p:nvSpPr>
        <p:spPr>
          <a:xfrm>
            <a:off x="5458925" y="1361700"/>
            <a:ext cx="176400" cy="17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4"/>
          <p:cNvSpPr/>
          <p:nvPr/>
        </p:nvSpPr>
        <p:spPr>
          <a:xfrm>
            <a:off x="7422825" y="1361700"/>
            <a:ext cx="176400" cy="17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4"/>
          <p:cNvSpPr txBox="1"/>
          <p:nvPr/>
        </p:nvSpPr>
        <p:spPr>
          <a:xfrm flipH="1">
            <a:off x="713125" y="1658613"/>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Outfit"/>
                <a:ea typeface="Outfit"/>
                <a:cs typeface="Outfit"/>
                <a:sym typeface="Outfit"/>
              </a:rPr>
              <a:t>Early May</a:t>
            </a:r>
            <a:endParaRPr sz="2400" b="1">
              <a:solidFill>
                <a:schemeClr val="dk1"/>
              </a:solidFill>
              <a:latin typeface="Outfit"/>
              <a:ea typeface="Outfit"/>
              <a:cs typeface="Outfit"/>
              <a:sym typeface="Outfit"/>
            </a:endParaRPr>
          </a:p>
        </p:txBody>
      </p:sp>
      <p:sp>
        <p:nvSpPr>
          <p:cNvPr id="562" name="Google Shape;562;p44"/>
          <p:cNvSpPr txBox="1"/>
          <p:nvPr/>
        </p:nvSpPr>
        <p:spPr>
          <a:xfrm flipH="1">
            <a:off x="713127" y="2135064"/>
            <a:ext cx="1812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400"/>
              <a:buFont typeface="Anaheim"/>
              <a:buNone/>
            </a:pPr>
            <a:r>
              <a:rPr lang="en">
                <a:solidFill>
                  <a:schemeClr val="dk1"/>
                </a:solidFill>
                <a:latin typeface="DM Sans"/>
                <a:ea typeface="DM Sans"/>
                <a:cs typeface="DM Sans"/>
                <a:sym typeface="DM Sans"/>
              </a:rPr>
              <a:t>Onboarding </a:t>
            </a:r>
            <a:endParaRPr>
              <a:solidFill>
                <a:schemeClr val="dk1"/>
              </a:solidFill>
              <a:latin typeface="DM Sans"/>
              <a:ea typeface="DM Sans"/>
              <a:cs typeface="DM Sans"/>
              <a:sym typeface="DM Sans"/>
            </a:endParaRPr>
          </a:p>
          <a:p>
            <a:pPr marL="0" lvl="0" indent="0" algn="ctr" rtl="0">
              <a:spcBef>
                <a:spcPts val="0"/>
              </a:spcBef>
              <a:spcAft>
                <a:spcPts val="0"/>
              </a:spcAft>
              <a:buClr>
                <a:schemeClr val="dk1"/>
              </a:buClr>
              <a:buSzPts val="1400"/>
              <a:buFont typeface="Anaheim"/>
              <a:buNone/>
            </a:pPr>
            <a:r>
              <a:rPr lang="en">
                <a:solidFill>
                  <a:schemeClr val="dk1"/>
                </a:solidFill>
                <a:latin typeface="DM Sans"/>
                <a:ea typeface="DM Sans"/>
                <a:cs typeface="DM Sans"/>
                <a:sym typeface="DM Sans"/>
              </a:rPr>
              <a:t>Data exploration</a:t>
            </a:r>
            <a:endParaRPr>
              <a:solidFill>
                <a:schemeClr val="dk1"/>
              </a:solidFill>
              <a:latin typeface="DM Sans"/>
              <a:ea typeface="DM Sans"/>
              <a:cs typeface="DM Sans"/>
              <a:sym typeface="DM Sans"/>
            </a:endParaRPr>
          </a:p>
        </p:txBody>
      </p:sp>
      <p:sp>
        <p:nvSpPr>
          <p:cNvPr id="563" name="Google Shape;563;p44"/>
          <p:cNvSpPr txBox="1"/>
          <p:nvPr/>
        </p:nvSpPr>
        <p:spPr>
          <a:xfrm flipH="1">
            <a:off x="2677025" y="1658613"/>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Outfit"/>
                <a:ea typeface="Outfit"/>
                <a:cs typeface="Outfit"/>
                <a:sym typeface="Outfit"/>
              </a:rPr>
              <a:t>Late May</a:t>
            </a:r>
            <a:endParaRPr sz="2400" b="1">
              <a:solidFill>
                <a:schemeClr val="dk1"/>
              </a:solidFill>
              <a:latin typeface="Outfit"/>
              <a:ea typeface="Outfit"/>
              <a:cs typeface="Outfit"/>
              <a:sym typeface="Outfit"/>
            </a:endParaRPr>
          </a:p>
        </p:txBody>
      </p:sp>
      <p:sp>
        <p:nvSpPr>
          <p:cNvPr id="564" name="Google Shape;564;p44"/>
          <p:cNvSpPr txBox="1"/>
          <p:nvPr/>
        </p:nvSpPr>
        <p:spPr>
          <a:xfrm flipH="1">
            <a:off x="2677026" y="2135064"/>
            <a:ext cx="1812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M Sans"/>
                <a:ea typeface="DM Sans"/>
                <a:cs typeface="DM Sans"/>
                <a:sym typeface="DM Sans"/>
              </a:rPr>
              <a:t>Model search</a:t>
            </a:r>
            <a:endParaRPr>
              <a:solidFill>
                <a:schemeClr val="dk1"/>
              </a:solidFill>
              <a:latin typeface="DM Sans"/>
              <a:ea typeface="DM Sans"/>
              <a:cs typeface="DM Sans"/>
              <a:sym typeface="DM Sans"/>
            </a:endParaRPr>
          </a:p>
          <a:p>
            <a:pPr marL="0" lvl="0" indent="0" algn="ctr" rtl="0">
              <a:spcBef>
                <a:spcPts val="0"/>
              </a:spcBef>
              <a:spcAft>
                <a:spcPts val="0"/>
              </a:spcAft>
              <a:buNone/>
            </a:pPr>
            <a:r>
              <a:rPr lang="en">
                <a:solidFill>
                  <a:schemeClr val="dk1"/>
                </a:solidFill>
                <a:latin typeface="DM Sans"/>
                <a:ea typeface="DM Sans"/>
                <a:cs typeface="DM Sans"/>
                <a:sym typeface="DM Sans"/>
              </a:rPr>
              <a:t>Simple models</a:t>
            </a:r>
            <a:endParaRPr>
              <a:solidFill>
                <a:schemeClr val="dk1"/>
              </a:solidFill>
              <a:latin typeface="DM Sans"/>
              <a:ea typeface="DM Sans"/>
              <a:cs typeface="DM Sans"/>
              <a:sym typeface="DM Sans"/>
            </a:endParaRPr>
          </a:p>
        </p:txBody>
      </p:sp>
      <p:sp>
        <p:nvSpPr>
          <p:cNvPr id="565" name="Google Shape;565;p44"/>
          <p:cNvSpPr txBox="1"/>
          <p:nvPr/>
        </p:nvSpPr>
        <p:spPr>
          <a:xfrm flipH="1">
            <a:off x="4640925" y="1658613"/>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Outfit"/>
                <a:ea typeface="Outfit"/>
                <a:cs typeface="Outfit"/>
                <a:sym typeface="Outfit"/>
              </a:rPr>
              <a:t>Early June</a:t>
            </a:r>
            <a:endParaRPr sz="2400" b="1">
              <a:solidFill>
                <a:schemeClr val="dk1"/>
              </a:solidFill>
              <a:latin typeface="Outfit"/>
              <a:ea typeface="Outfit"/>
              <a:cs typeface="Outfit"/>
              <a:sym typeface="Outfit"/>
            </a:endParaRPr>
          </a:p>
        </p:txBody>
      </p:sp>
      <p:sp>
        <p:nvSpPr>
          <p:cNvPr id="566" name="Google Shape;566;p44"/>
          <p:cNvSpPr txBox="1"/>
          <p:nvPr/>
        </p:nvSpPr>
        <p:spPr>
          <a:xfrm flipH="1">
            <a:off x="4640926" y="2135064"/>
            <a:ext cx="1812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M Sans"/>
                <a:ea typeface="DM Sans"/>
                <a:cs typeface="DM Sans"/>
                <a:sym typeface="DM Sans"/>
              </a:rPr>
              <a:t>Fitting statistical models</a:t>
            </a:r>
            <a:endParaRPr>
              <a:solidFill>
                <a:schemeClr val="dk1"/>
              </a:solidFill>
              <a:latin typeface="DM Sans"/>
              <a:ea typeface="DM Sans"/>
              <a:cs typeface="DM Sans"/>
              <a:sym typeface="DM Sans"/>
            </a:endParaRPr>
          </a:p>
        </p:txBody>
      </p:sp>
      <p:sp>
        <p:nvSpPr>
          <p:cNvPr id="567" name="Google Shape;567;p44"/>
          <p:cNvSpPr txBox="1"/>
          <p:nvPr/>
        </p:nvSpPr>
        <p:spPr>
          <a:xfrm flipH="1">
            <a:off x="6604825" y="1658613"/>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Outfit"/>
                <a:ea typeface="Outfit"/>
                <a:cs typeface="Outfit"/>
                <a:sym typeface="Outfit"/>
              </a:rPr>
              <a:t>Now</a:t>
            </a:r>
            <a:endParaRPr sz="2400" b="1">
              <a:solidFill>
                <a:schemeClr val="dk1"/>
              </a:solidFill>
              <a:latin typeface="Outfit"/>
              <a:ea typeface="Outfit"/>
              <a:cs typeface="Outfit"/>
              <a:sym typeface="Outfit"/>
            </a:endParaRPr>
          </a:p>
        </p:txBody>
      </p:sp>
      <p:sp>
        <p:nvSpPr>
          <p:cNvPr id="568" name="Google Shape;568;p44"/>
          <p:cNvSpPr txBox="1"/>
          <p:nvPr/>
        </p:nvSpPr>
        <p:spPr>
          <a:xfrm flipH="1">
            <a:off x="6604825" y="2135064"/>
            <a:ext cx="1812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M Sans"/>
                <a:ea typeface="DM Sans"/>
                <a:cs typeface="DM Sans"/>
                <a:sym typeface="DM Sans"/>
              </a:rPr>
              <a:t>Evaluating statistical models</a:t>
            </a:r>
            <a:endParaRPr>
              <a:solidFill>
                <a:schemeClr val="dk1"/>
              </a:solidFill>
              <a:latin typeface="DM Sans"/>
              <a:ea typeface="DM Sans"/>
              <a:cs typeface="DM Sans"/>
              <a:sym typeface="DM Sans"/>
            </a:endParaRPr>
          </a:p>
        </p:txBody>
      </p:sp>
      <p:cxnSp>
        <p:nvCxnSpPr>
          <p:cNvPr id="569" name="Google Shape;569;p44"/>
          <p:cNvCxnSpPr>
            <a:stCxn id="557" idx="6"/>
            <a:endCxn id="558" idx="2"/>
          </p:cNvCxnSpPr>
          <p:nvPr/>
        </p:nvCxnSpPr>
        <p:spPr>
          <a:xfrm>
            <a:off x="1707525" y="144990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570" name="Google Shape;570;p44"/>
          <p:cNvCxnSpPr>
            <a:stCxn id="558" idx="6"/>
            <a:endCxn id="559" idx="2"/>
          </p:cNvCxnSpPr>
          <p:nvPr/>
        </p:nvCxnSpPr>
        <p:spPr>
          <a:xfrm>
            <a:off x="3671425" y="144990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571" name="Google Shape;571;p44"/>
          <p:cNvCxnSpPr>
            <a:stCxn id="559" idx="6"/>
            <a:endCxn id="560" idx="2"/>
          </p:cNvCxnSpPr>
          <p:nvPr/>
        </p:nvCxnSpPr>
        <p:spPr>
          <a:xfrm>
            <a:off x="5635325" y="144990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572" name="Google Shape;572;p44"/>
          <p:cNvCxnSpPr>
            <a:stCxn id="557" idx="4"/>
            <a:endCxn id="561" idx="0"/>
          </p:cNvCxnSpPr>
          <p:nvPr/>
        </p:nvCxnSpPr>
        <p:spPr>
          <a:xfrm>
            <a:off x="1619325" y="1538100"/>
            <a:ext cx="0" cy="120600"/>
          </a:xfrm>
          <a:prstGeom prst="straightConnector1">
            <a:avLst/>
          </a:prstGeom>
          <a:noFill/>
          <a:ln w="9525" cap="flat" cmpd="sng">
            <a:solidFill>
              <a:schemeClr val="dk1"/>
            </a:solidFill>
            <a:prstDash val="solid"/>
            <a:round/>
            <a:headEnd type="none" w="med" len="med"/>
            <a:tailEnd type="none" w="med" len="med"/>
          </a:ln>
        </p:spPr>
      </p:cxnSp>
      <p:cxnSp>
        <p:nvCxnSpPr>
          <p:cNvPr id="573" name="Google Shape;573;p44"/>
          <p:cNvCxnSpPr>
            <a:stCxn id="559" idx="4"/>
            <a:endCxn id="565" idx="0"/>
          </p:cNvCxnSpPr>
          <p:nvPr/>
        </p:nvCxnSpPr>
        <p:spPr>
          <a:xfrm>
            <a:off x="5547125" y="1538100"/>
            <a:ext cx="0" cy="120600"/>
          </a:xfrm>
          <a:prstGeom prst="straightConnector1">
            <a:avLst/>
          </a:prstGeom>
          <a:noFill/>
          <a:ln w="9525" cap="flat" cmpd="sng">
            <a:solidFill>
              <a:schemeClr val="dk1"/>
            </a:solidFill>
            <a:prstDash val="solid"/>
            <a:round/>
            <a:headEnd type="none" w="med" len="med"/>
            <a:tailEnd type="none" w="med" len="med"/>
          </a:ln>
        </p:spPr>
      </p:cxnSp>
      <p:cxnSp>
        <p:nvCxnSpPr>
          <p:cNvPr id="574" name="Google Shape;574;p44"/>
          <p:cNvCxnSpPr>
            <a:stCxn id="560" idx="4"/>
            <a:endCxn id="567" idx="0"/>
          </p:cNvCxnSpPr>
          <p:nvPr/>
        </p:nvCxnSpPr>
        <p:spPr>
          <a:xfrm>
            <a:off x="7511025" y="1538100"/>
            <a:ext cx="0" cy="120600"/>
          </a:xfrm>
          <a:prstGeom prst="straightConnector1">
            <a:avLst/>
          </a:prstGeom>
          <a:noFill/>
          <a:ln w="9525" cap="flat" cmpd="sng">
            <a:solidFill>
              <a:schemeClr val="dk1"/>
            </a:solidFill>
            <a:prstDash val="solid"/>
            <a:round/>
            <a:headEnd type="none" w="med" len="med"/>
            <a:tailEnd type="none" w="med" len="med"/>
          </a:ln>
        </p:spPr>
      </p:cxnSp>
      <p:sp>
        <p:nvSpPr>
          <p:cNvPr id="575" name="Google Shape;575;p44"/>
          <p:cNvSpPr/>
          <p:nvPr/>
        </p:nvSpPr>
        <p:spPr>
          <a:xfrm>
            <a:off x="1531125" y="3196150"/>
            <a:ext cx="176400" cy="17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4"/>
          <p:cNvSpPr/>
          <p:nvPr/>
        </p:nvSpPr>
        <p:spPr>
          <a:xfrm>
            <a:off x="3495025" y="3196150"/>
            <a:ext cx="176400" cy="17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4"/>
          <p:cNvSpPr/>
          <p:nvPr/>
        </p:nvSpPr>
        <p:spPr>
          <a:xfrm>
            <a:off x="5458925" y="3196150"/>
            <a:ext cx="176400" cy="17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4"/>
          <p:cNvSpPr/>
          <p:nvPr/>
        </p:nvSpPr>
        <p:spPr>
          <a:xfrm>
            <a:off x="7422825" y="3196150"/>
            <a:ext cx="176400" cy="176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4"/>
          <p:cNvSpPr txBox="1"/>
          <p:nvPr/>
        </p:nvSpPr>
        <p:spPr>
          <a:xfrm flipH="1">
            <a:off x="713125" y="3530950"/>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Outfit"/>
                <a:ea typeface="Outfit"/>
                <a:cs typeface="Outfit"/>
                <a:sym typeface="Outfit"/>
              </a:rPr>
              <a:t>Next Steps</a:t>
            </a:r>
            <a:endParaRPr sz="2400" b="1">
              <a:solidFill>
                <a:schemeClr val="dk1"/>
              </a:solidFill>
              <a:latin typeface="Outfit"/>
              <a:ea typeface="Outfit"/>
              <a:cs typeface="Outfit"/>
              <a:sym typeface="Outfit"/>
            </a:endParaRPr>
          </a:p>
        </p:txBody>
      </p:sp>
      <p:sp>
        <p:nvSpPr>
          <p:cNvPr id="580" name="Google Shape;580;p44"/>
          <p:cNvSpPr txBox="1"/>
          <p:nvPr/>
        </p:nvSpPr>
        <p:spPr>
          <a:xfrm flipH="1">
            <a:off x="713125" y="4007402"/>
            <a:ext cx="1812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M Sans"/>
                <a:ea typeface="DM Sans"/>
                <a:cs typeface="DM Sans"/>
                <a:sym typeface="DM Sans"/>
              </a:rPr>
              <a:t>Begin fitting more complex models</a:t>
            </a:r>
            <a:endParaRPr>
              <a:solidFill>
                <a:schemeClr val="dk1"/>
              </a:solidFill>
              <a:latin typeface="DM Sans"/>
              <a:ea typeface="DM Sans"/>
              <a:cs typeface="DM Sans"/>
              <a:sym typeface="DM Sans"/>
            </a:endParaRPr>
          </a:p>
        </p:txBody>
      </p:sp>
      <p:sp>
        <p:nvSpPr>
          <p:cNvPr id="581" name="Google Shape;581;p44"/>
          <p:cNvSpPr txBox="1"/>
          <p:nvPr/>
        </p:nvSpPr>
        <p:spPr>
          <a:xfrm flipH="1">
            <a:off x="2677025" y="3530950"/>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Outfit"/>
                <a:ea typeface="Outfit"/>
                <a:cs typeface="Outfit"/>
                <a:sym typeface="Outfit"/>
              </a:rPr>
              <a:t>July</a:t>
            </a:r>
            <a:endParaRPr sz="2400" b="1">
              <a:solidFill>
                <a:schemeClr val="dk1"/>
              </a:solidFill>
              <a:latin typeface="Outfit"/>
              <a:ea typeface="Outfit"/>
              <a:cs typeface="Outfit"/>
              <a:sym typeface="Outfit"/>
            </a:endParaRPr>
          </a:p>
        </p:txBody>
      </p:sp>
      <p:sp>
        <p:nvSpPr>
          <p:cNvPr id="582" name="Google Shape;582;p44"/>
          <p:cNvSpPr txBox="1"/>
          <p:nvPr/>
        </p:nvSpPr>
        <p:spPr>
          <a:xfrm flipH="1">
            <a:off x="2677025" y="4007402"/>
            <a:ext cx="1812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M Sans"/>
                <a:ea typeface="DM Sans"/>
                <a:cs typeface="DM Sans"/>
                <a:sym typeface="DM Sans"/>
              </a:rPr>
              <a:t>Adapt and evaluate complex models</a:t>
            </a:r>
            <a:endParaRPr>
              <a:solidFill>
                <a:schemeClr val="dk1"/>
              </a:solidFill>
              <a:latin typeface="DM Sans"/>
              <a:ea typeface="DM Sans"/>
              <a:cs typeface="DM Sans"/>
              <a:sym typeface="DM Sans"/>
            </a:endParaRPr>
          </a:p>
        </p:txBody>
      </p:sp>
      <p:sp>
        <p:nvSpPr>
          <p:cNvPr id="583" name="Google Shape;583;p44"/>
          <p:cNvSpPr txBox="1"/>
          <p:nvPr/>
        </p:nvSpPr>
        <p:spPr>
          <a:xfrm flipH="1">
            <a:off x="4640925" y="3530950"/>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Outfit"/>
                <a:ea typeface="Outfit"/>
                <a:cs typeface="Outfit"/>
                <a:sym typeface="Outfit"/>
              </a:rPr>
              <a:t>August</a:t>
            </a:r>
            <a:endParaRPr sz="2400" b="1">
              <a:solidFill>
                <a:schemeClr val="dk1"/>
              </a:solidFill>
              <a:latin typeface="Outfit"/>
              <a:ea typeface="Outfit"/>
              <a:cs typeface="Outfit"/>
              <a:sym typeface="Outfit"/>
            </a:endParaRPr>
          </a:p>
        </p:txBody>
      </p:sp>
      <p:sp>
        <p:nvSpPr>
          <p:cNvPr id="584" name="Google Shape;584;p44"/>
          <p:cNvSpPr txBox="1"/>
          <p:nvPr/>
        </p:nvSpPr>
        <p:spPr>
          <a:xfrm flipH="1">
            <a:off x="4640925" y="4007402"/>
            <a:ext cx="1812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M Sans"/>
                <a:ea typeface="DM Sans"/>
                <a:cs typeface="DM Sans"/>
                <a:sym typeface="DM Sans"/>
              </a:rPr>
              <a:t>Final model selection</a:t>
            </a:r>
            <a:endParaRPr>
              <a:solidFill>
                <a:schemeClr val="dk1"/>
              </a:solidFill>
              <a:latin typeface="DM Sans"/>
              <a:ea typeface="DM Sans"/>
              <a:cs typeface="DM Sans"/>
              <a:sym typeface="DM Sans"/>
            </a:endParaRPr>
          </a:p>
        </p:txBody>
      </p:sp>
      <p:sp>
        <p:nvSpPr>
          <p:cNvPr id="585" name="Google Shape;585;p44"/>
          <p:cNvSpPr txBox="1"/>
          <p:nvPr/>
        </p:nvSpPr>
        <p:spPr>
          <a:xfrm flipH="1">
            <a:off x="6604825" y="3530950"/>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b="1">
                <a:solidFill>
                  <a:schemeClr val="dk1"/>
                </a:solidFill>
                <a:latin typeface="Outfit"/>
                <a:ea typeface="Outfit"/>
                <a:cs typeface="Outfit"/>
                <a:sym typeface="Outfit"/>
              </a:rPr>
              <a:t>Beyond</a:t>
            </a:r>
            <a:endParaRPr sz="2400" b="1">
              <a:solidFill>
                <a:schemeClr val="dk1"/>
              </a:solidFill>
              <a:latin typeface="Outfit"/>
              <a:ea typeface="Outfit"/>
              <a:cs typeface="Outfit"/>
              <a:sym typeface="Outfit"/>
            </a:endParaRPr>
          </a:p>
        </p:txBody>
      </p:sp>
      <p:sp>
        <p:nvSpPr>
          <p:cNvPr id="586" name="Google Shape;586;p44"/>
          <p:cNvSpPr txBox="1"/>
          <p:nvPr/>
        </p:nvSpPr>
        <p:spPr>
          <a:xfrm flipH="1">
            <a:off x="6604825" y="4007402"/>
            <a:ext cx="1812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M Sans"/>
                <a:ea typeface="DM Sans"/>
                <a:cs typeface="DM Sans"/>
                <a:sym typeface="DM Sans"/>
              </a:rPr>
              <a:t>Continue forecasts with final model </a:t>
            </a:r>
            <a:endParaRPr>
              <a:solidFill>
                <a:schemeClr val="dk1"/>
              </a:solidFill>
              <a:latin typeface="DM Sans"/>
              <a:ea typeface="DM Sans"/>
              <a:cs typeface="DM Sans"/>
              <a:sym typeface="DM Sans"/>
            </a:endParaRPr>
          </a:p>
        </p:txBody>
      </p:sp>
      <p:cxnSp>
        <p:nvCxnSpPr>
          <p:cNvPr id="587" name="Google Shape;587;p44"/>
          <p:cNvCxnSpPr>
            <a:stCxn id="575" idx="6"/>
            <a:endCxn id="576" idx="2"/>
          </p:cNvCxnSpPr>
          <p:nvPr/>
        </p:nvCxnSpPr>
        <p:spPr>
          <a:xfrm>
            <a:off x="1707525" y="328435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588" name="Google Shape;588;p44"/>
          <p:cNvCxnSpPr>
            <a:stCxn id="576" idx="6"/>
            <a:endCxn id="577" idx="2"/>
          </p:cNvCxnSpPr>
          <p:nvPr/>
        </p:nvCxnSpPr>
        <p:spPr>
          <a:xfrm>
            <a:off x="3671425" y="328435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589" name="Google Shape;589;p44"/>
          <p:cNvCxnSpPr>
            <a:stCxn id="577" idx="6"/>
            <a:endCxn id="578" idx="2"/>
          </p:cNvCxnSpPr>
          <p:nvPr/>
        </p:nvCxnSpPr>
        <p:spPr>
          <a:xfrm>
            <a:off x="5635325" y="328435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590" name="Google Shape;590;p44"/>
          <p:cNvCxnSpPr>
            <a:stCxn id="575" idx="4"/>
            <a:endCxn id="579" idx="0"/>
          </p:cNvCxnSpPr>
          <p:nvPr/>
        </p:nvCxnSpPr>
        <p:spPr>
          <a:xfrm>
            <a:off x="1619325" y="3372550"/>
            <a:ext cx="0" cy="158400"/>
          </a:xfrm>
          <a:prstGeom prst="straightConnector1">
            <a:avLst/>
          </a:prstGeom>
          <a:noFill/>
          <a:ln w="9525" cap="flat" cmpd="sng">
            <a:solidFill>
              <a:schemeClr val="dk1"/>
            </a:solidFill>
            <a:prstDash val="solid"/>
            <a:round/>
            <a:headEnd type="none" w="med" len="med"/>
            <a:tailEnd type="none" w="med" len="med"/>
          </a:ln>
        </p:spPr>
      </p:cxnSp>
      <p:cxnSp>
        <p:nvCxnSpPr>
          <p:cNvPr id="591" name="Google Shape;591;p44"/>
          <p:cNvCxnSpPr>
            <a:stCxn id="576" idx="4"/>
            <a:endCxn id="581" idx="0"/>
          </p:cNvCxnSpPr>
          <p:nvPr/>
        </p:nvCxnSpPr>
        <p:spPr>
          <a:xfrm>
            <a:off x="3583225" y="3372550"/>
            <a:ext cx="0" cy="158400"/>
          </a:xfrm>
          <a:prstGeom prst="straightConnector1">
            <a:avLst/>
          </a:prstGeom>
          <a:noFill/>
          <a:ln w="9525" cap="flat" cmpd="sng">
            <a:solidFill>
              <a:schemeClr val="dk1"/>
            </a:solidFill>
            <a:prstDash val="solid"/>
            <a:round/>
            <a:headEnd type="none" w="med" len="med"/>
            <a:tailEnd type="none" w="med" len="med"/>
          </a:ln>
        </p:spPr>
      </p:cxnSp>
      <p:cxnSp>
        <p:nvCxnSpPr>
          <p:cNvPr id="592" name="Google Shape;592;p44"/>
          <p:cNvCxnSpPr>
            <a:stCxn id="577" idx="4"/>
            <a:endCxn id="583" idx="0"/>
          </p:cNvCxnSpPr>
          <p:nvPr/>
        </p:nvCxnSpPr>
        <p:spPr>
          <a:xfrm>
            <a:off x="5547125" y="3372550"/>
            <a:ext cx="0" cy="158400"/>
          </a:xfrm>
          <a:prstGeom prst="straightConnector1">
            <a:avLst/>
          </a:prstGeom>
          <a:noFill/>
          <a:ln w="9525" cap="flat" cmpd="sng">
            <a:solidFill>
              <a:schemeClr val="dk1"/>
            </a:solidFill>
            <a:prstDash val="solid"/>
            <a:round/>
            <a:headEnd type="none" w="med" len="med"/>
            <a:tailEnd type="none" w="med" len="med"/>
          </a:ln>
        </p:spPr>
      </p:cxnSp>
      <p:cxnSp>
        <p:nvCxnSpPr>
          <p:cNvPr id="593" name="Google Shape;593;p44"/>
          <p:cNvCxnSpPr>
            <a:stCxn id="578" idx="4"/>
            <a:endCxn id="585" idx="0"/>
          </p:cNvCxnSpPr>
          <p:nvPr/>
        </p:nvCxnSpPr>
        <p:spPr>
          <a:xfrm>
            <a:off x="7511025" y="3372550"/>
            <a:ext cx="0" cy="158400"/>
          </a:xfrm>
          <a:prstGeom prst="straightConnector1">
            <a:avLst/>
          </a:prstGeom>
          <a:noFill/>
          <a:ln w="9525" cap="flat" cmpd="sng">
            <a:solidFill>
              <a:schemeClr val="dk1"/>
            </a:solidFill>
            <a:prstDash val="solid"/>
            <a:round/>
            <a:headEnd type="none" w="med" len="med"/>
            <a:tailEnd type="none" w="med" len="med"/>
          </a:ln>
        </p:spPr>
      </p:cxnSp>
      <p:cxnSp>
        <p:nvCxnSpPr>
          <p:cNvPr id="594" name="Google Shape;594;p44"/>
          <p:cNvCxnSpPr>
            <a:stCxn id="560" idx="6"/>
            <a:endCxn id="575" idx="2"/>
          </p:cNvCxnSpPr>
          <p:nvPr/>
        </p:nvCxnSpPr>
        <p:spPr>
          <a:xfrm flipH="1">
            <a:off x="1531125" y="1449900"/>
            <a:ext cx="6068100" cy="1834500"/>
          </a:xfrm>
          <a:prstGeom prst="bentConnector5">
            <a:avLst>
              <a:gd name="adj1" fmla="val -13655"/>
              <a:gd name="adj2" fmla="val 77386"/>
              <a:gd name="adj3" fmla="val 103924"/>
            </a:avLst>
          </a:prstGeom>
          <a:noFill/>
          <a:ln w="9525" cap="flat" cmpd="sng">
            <a:solidFill>
              <a:schemeClr val="dk1"/>
            </a:solidFill>
            <a:prstDash val="solid"/>
            <a:round/>
            <a:headEnd type="none" w="med" len="med"/>
            <a:tailEnd type="none" w="med" len="med"/>
          </a:ln>
        </p:spPr>
      </p:cxnSp>
      <p:cxnSp>
        <p:nvCxnSpPr>
          <p:cNvPr id="595" name="Google Shape;595;p44"/>
          <p:cNvCxnSpPr>
            <a:stCxn id="563" idx="0"/>
            <a:endCxn id="558" idx="4"/>
          </p:cNvCxnSpPr>
          <p:nvPr/>
        </p:nvCxnSpPr>
        <p:spPr>
          <a:xfrm rot="10800000">
            <a:off x="3583175" y="1538013"/>
            <a:ext cx="0" cy="120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Sources Cited</a:t>
            </a:r>
            <a:endParaRPr/>
          </a:p>
        </p:txBody>
      </p:sp>
      <p:graphicFrame>
        <p:nvGraphicFramePr>
          <p:cNvPr id="601" name="Google Shape;601;p45"/>
          <p:cNvGraphicFramePr/>
          <p:nvPr>
            <p:extLst>
              <p:ext uri="{D42A27DB-BD31-4B8C-83A1-F6EECF244321}">
                <p14:modId xmlns:p14="http://schemas.microsoft.com/office/powerpoint/2010/main" val="390000769"/>
              </p:ext>
            </p:extLst>
          </p:nvPr>
        </p:nvGraphicFramePr>
        <p:xfrm>
          <a:off x="872650" y="1962738"/>
          <a:ext cx="7398675" cy="1218025"/>
        </p:xfrm>
        <a:graphic>
          <a:graphicData uri="http://schemas.openxmlformats.org/drawingml/2006/table">
            <a:tbl>
              <a:tblPr>
                <a:noFill/>
                <a:tableStyleId>{003260B0-31C2-4729-AE04-DE4B551CCC3D}</a:tableStyleId>
              </a:tblPr>
              <a:tblGrid>
                <a:gridCol w="2084400">
                  <a:extLst>
                    <a:ext uri="{9D8B030D-6E8A-4147-A177-3AD203B41FA5}">
                      <a16:colId xmlns:a16="http://schemas.microsoft.com/office/drawing/2014/main" val="20000"/>
                    </a:ext>
                  </a:extLst>
                </a:gridCol>
                <a:gridCol w="5314275">
                  <a:extLst>
                    <a:ext uri="{9D8B030D-6E8A-4147-A177-3AD203B41FA5}">
                      <a16:colId xmlns:a16="http://schemas.microsoft.com/office/drawing/2014/main" val="20001"/>
                    </a:ext>
                  </a:extLst>
                </a:gridCol>
              </a:tblGrid>
              <a:tr h="550225">
                <a:tc>
                  <a:txBody>
                    <a:bodyPr/>
                    <a:lstStyle/>
                    <a:p>
                      <a:pPr marL="0" lvl="0" indent="0" algn="ctr" rtl="0">
                        <a:spcBef>
                          <a:spcPts val="0"/>
                        </a:spcBef>
                        <a:spcAft>
                          <a:spcPts val="0"/>
                        </a:spcAft>
                        <a:buNone/>
                      </a:pPr>
                      <a:r>
                        <a:rPr lang="en" sz="900" b="1">
                          <a:solidFill>
                            <a:schemeClr val="dk1"/>
                          </a:solidFill>
                          <a:latin typeface="DM Sans"/>
                          <a:ea typeface="DM Sans"/>
                          <a:cs typeface="DM Sans"/>
                          <a:sym typeface="DM Sans"/>
                        </a:rPr>
                        <a:t>Arm Function Deficits</a:t>
                      </a:r>
                      <a:endParaRPr sz="900" b="1">
                        <a:solidFill>
                          <a:schemeClr val="dk1"/>
                        </a:solidFill>
                        <a:latin typeface="DM Sans"/>
                        <a:ea typeface="DM Sans"/>
                        <a:cs typeface="DM Sans"/>
                        <a:sym typeface="DM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solidFill>
                            <a:srgbClr val="1B1B1B"/>
                          </a:solidFill>
                          <a:highlight>
                            <a:srgbClr val="FFFFFF"/>
                          </a:highlight>
                          <a:latin typeface="DM Sans"/>
                          <a:ea typeface="DM Sans"/>
                          <a:cs typeface="DM Sans"/>
                          <a:sym typeface="DM Sans"/>
                        </a:rPr>
                        <a:t>Raghavan, Preeti. “Upper Limb Motor Impairment After Stroke.” </a:t>
                      </a:r>
                      <a:r>
                        <a:rPr lang="en" sz="800" i="1">
                          <a:solidFill>
                            <a:srgbClr val="1B1B1B"/>
                          </a:solidFill>
                          <a:latin typeface="DM Sans"/>
                          <a:ea typeface="DM Sans"/>
                          <a:cs typeface="DM Sans"/>
                          <a:sym typeface="DM Sans"/>
                        </a:rPr>
                        <a:t>Physical medicine and rehabilitation clinics of North America</a:t>
                      </a:r>
                      <a:r>
                        <a:rPr lang="en" sz="800">
                          <a:solidFill>
                            <a:srgbClr val="1B1B1B"/>
                          </a:solidFill>
                          <a:highlight>
                            <a:srgbClr val="FFFFFF"/>
                          </a:highlight>
                          <a:latin typeface="DM Sans"/>
                          <a:ea typeface="DM Sans"/>
                          <a:cs typeface="DM Sans"/>
                          <a:sym typeface="DM Sans"/>
                        </a:rPr>
                        <a:t> vol. 26,4 (2015): 599-610. doi:10.1016/j.pmr.2015.06.008</a:t>
                      </a:r>
                      <a:endParaRPr sz="800">
                        <a:solidFill>
                          <a:schemeClr val="dk1"/>
                        </a:solidFill>
                        <a:latin typeface="DM Sans"/>
                        <a:ea typeface="DM Sans"/>
                        <a:cs typeface="DM Sans"/>
                        <a:sym typeface="DM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67800">
                <a:tc>
                  <a:txBody>
                    <a:bodyPr/>
                    <a:lstStyle/>
                    <a:p>
                      <a:pPr marL="0" lvl="0" indent="0" algn="ctr" rtl="0">
                        <a:spcBef>
                          <a:spcPts val="0"/>
                        </a:spcBef>
                        <a:spcAft>
                          <a:spcPts val="0"/>
                        </a:spcAft>
                        <a:buNone/>
                      </a:pPr>
                      <a:r>
                        <a:rPr lang="en" sz="900" b="1">
                          <a:solidFill>
                            <a:schemeClr val="dk1"/>
                          </a:solidFill>
                          <a:latin typeface="DM Sans"/>
                          <a:ea typeface="DM Sans"/>
                          <a:cs typeface="DM Sans"/>
                          <a:sym typeface="DM Sans"/>
                        </a:rPr>
                        <a:t>Wearable Monitoring</a:t>
                      </a:r>
                      <a:endParaRPr sz="900" b="1">
                        <a:solidFill>
                          <a:schemeClr val="dk1"/>
                        </a:solidFill>
                        <a:latin typeface="DM Sans"/>
                        <a:ea typeface="DM Sans"/>
                        <a:cs typeface="DM Sans"/>
                        <a:sym typeface="DM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solidFill>
                            <a:srgbClr val="2A2A2A"/>
                          </a:solidFill>
                          <a:highlight>
                            <a:srgbClr val="FFFFFF"/>
                          </a:highlight>
                          <a:latin typeface="DM Sans"/>
                          <a:ea typeface="DM Sans"/>
                          <a:cs typeface="DM Sans"/>
                          <a:sym typeface="DM Sans"/>
                        </a:rPr>
                        <a:t>Marika Demers, Lauri Bishop, Amelia Cain, Joseph Saba, Justin Rowe, Daniel K Zondervan, Carolee J Winstein, Wearable Technology to Capture Arm Use of People With Stroke in Home and Community Settings: Feasibility and Early Insights on Motor Performance, </a:t>
                      </a:r>
                      <a:r>
                        <a:rPr lang="en" sz="800" i="1">
                          <a:solidFill>
                            <a:srgbClr val="2A2A2A"/>
                          </a:solidFill>
                          <a:latin typeface="DM Sans"/>
                          <a:ea typeface="DM Sans"/>
                          <a:cs typeface="DM Sans"/>
                          <a:sym typeface="DM Sans"/>
                        </a:rPr>
                        <a:t>Physical Therapy</a:t>
                      </a:r>
                      <a:r>
                        <a:rPr lang="en" sz="800">
                          <a:solidFill>
                            <a:srgbClr val="2A2A2A"/>
                          </a:solidFill>
                          <a:highlight>
                            <a:srgbClr val="FFFFFF"/>
                          </a:highlight>
                          <a:latin typeface="DM Sans"/>
                          <a:ea typeface="DM Sans"/>
                          <a:cs typeface="DM Sans"/>
                          <a:sym typeface="DM Sans"/>
                        </a:rPr>
                        <a:t>, Volume 104, Issue 2, February 2024, pzad172, </a:t>
                      </a:r>
                      <a:r>
                        <a:rPr lang="en" sz="800">
                          <a:solidFill>
                            <a:srgbClr val="006FB7"/>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https://doi.org/10.1093/ptj/pzad172</a:t>
                      </a:r>
                      <a:endParaRPr sz="800">
                        <a:solidFill>
                          <a:schemeClr val="dk1"/>
                        </a:solidFill>
                        <a:latin typeface="DM Sans"/>
                        <a:ea typeface="DM Sans"/>
                        <a:cs typeface="DM Sans"/>
                        <a:sym typeface="DM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46"/>
          <p:cNvSpPr txBox="1">
            <a:spLocks noGrp="1"/>
          </p:cNvSpPr>
          <p:nvPr>
            <p:ph type="title"/>
          </p:nvPr>
        </p:nvSpPr>
        <p:spPr>
          <a:xfrm>
            <a:off x="713225" y="677525"/>
            <a:ext cx="50946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607" name="Google Shape;607;p46"/>
          <p:cNvSpPr/>
          <p:nvPr/>
        </p:nvSpPr>
        <p:spPr>
          <a:xfrm rot="10800000" flipH="1">
            <a:off x="7185836" y="18382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6"/>
          <p:cNvSpPr/>
          <p:nvPr/>
        </p:nvSpPr>
        <p:spPr>
          <a:xfrm rot="10800000" flipH="1">
            <a:off x="7137014" y="45389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6"/>
          <p:cNvSpPr/>
          <p:nvPr/>
        </p:nvSpPr>
        <p:spPr>
          <a:xfrm rot="10800000" flipH="1">
            <a:off x="6717609" y="40671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6"/>
          <p:cNvSpPr/>
          <p:nvPr/>
        </p:nvSpPr>
        <p:spPr>
          <a:xfrm rot="10800000" flipH="1">
            <a:off x="6249883" y="3014741"/>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6"/>
          <p:cNvSpPr/>
          <p:nvPr/>
        </p:nvSpPr>
        <p:spPr>
          <a:xfrm rot="10800000" flipH="1">
            <a:off x="5843383" y="351108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6"/>
          <p:cNvSpPr/>
          <p:nvPr/>
        </p:nvSpPr>
        <p:spPr>
          <a:xfrm rot="10800000" flipH="1">
            <a:off x="7591814" y="33956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6"/>
          <p:cNvSpPr/>
          <p:nvPr/>
        </p:nvSpPr>
        <p:spPr>
          <a:xfrm rot="10800000" flipH="1">
            <a:off x="7185829" y="231055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6"/>
          <p:cNvSpPr/>
          <p:nvPr/>
        </p:nvSpPr>
        <p:spPr>
          <a:xfrm rot="10800000" flipH="1">
            <a:off x="8073366" y="298153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6"/>
          <p:cNvSpPr/>
          <p:nvPr/>
        </p:nvSpPr>
        <p:spPr>
          <a:xfrm>
            <a:off x="6147012" y="126063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6"/>
          <p:cNvSpPr/>
          <p:nvPr/>
        </p:nvSpPr>
        <p:spPr>
          <a:xfrm>
            <a:off x="6466130" y="283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6"/>
          <p:cNvSpPr/>
          <p:nvPr/>
        </p:nvSpPr>
        <p:spPr>
          <a:xfrm>
            <a:off x="5843384" y="-4934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6"/>
          <p:cNvSpPr/>
          <p:nvPr/>
        </p:nvSpPr>
        <p:spPr>
          <a:xfrm>
            <a:off x="6794122" y="8701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6"/>
          <p:cNvSpPr/>
          <p:nvPr/>
        </p:nvSpPr>
        <p:spPr>
          <a:xfrm>
            <a:off x="5215805" y="-48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6"/>
          <p:cNvSpPr/>
          <p:nvPr/>
        </p:nvSpPr>
        <p:spPr>
          <a:xfrm rot="10800000" flipH="1">
            <a:off x="8595683" y="194750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6"/>
          <p:cNvSpPr/>
          <p:nvPr/>
        </p:nvSpPr>
        <p:spPr>
          <a:xfrm rot="10800000" flipH="1">
            <a:off x="8149185" y="14643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39"/>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6"/>
          <p:cNvSpPr/>
          <p:nvPr/>
        </p:nvSpPr>
        <p:spPr>
          <a:xfrm>
            <a:off x="7964287" y="42340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6"/>
          <p:cNvSpPr/>
          <p:nvPr/>
        </p:nvSpPr>
        <p:spPr>
          <a:xfrm>
            <a:off x="8372430" y="-489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4" name="Google Shape;624;p46"/>
          <p:cNvCxnSpPr/>
          <p:nvPr/>
        </p:nvCxnSpPr>
        <p:spPr>
          <a:xfrm>
            <a:off x="814225" y="677513"/>
            <a:ext cx="373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661</Words>
  <Application>Microsoft Macintosh PowerPoint</Application>
  <PresentationFormat>On-screen Show (16:9)</PresentationFormat>
  <Paragraphs>70</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DM Sans</vt:lpstr>
      <vt:lpstr>Anaheim</vt:lpstr>
      <vt:lpstr>Outfit</vt:lpstr>
      <vt:lpstr>Nunito Light</vt:lpstr>
      <vt:lpstr>Data Collection and Analysis - Master of Science in Community Health and Prevention Research by Slidesgo</vt:lpstr>
      <vt:lpstr>Forecasting Stroke Recovery Wearable-monitored prediction of arm function recovery in stroke patients</vt:lpstr>
      <vt:lpstr>Background</vt:lpstr>
      <vt:lpstr>The Problem</vt:lpstr>
      <vt:lpstr>Project Goal</vt:lpstr>
      <vt:lpstr>Relevance </vt:lpstr>
      <vt:lpstr>Forecasting Needs </vt:lpstr>
      <vt:lpstr>Possible Models</vt:lpstr>
      <vt:lpstr>Current Models</vt:lpstr>
      <vt:lpstr>ARIMA</vt:lpstr>
      <vt:lpstr>Exponential Smoothing</vt:lpstr>
      <vt:lpstr>Statistical models beat baselines</vt:lpstr>
      <vt:lpstr>Timeline</vt:lpstr>
      <vt:lpstr>Sources Cited</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Valerio Gomez-Frittelli</cp:lastModifiedBy>
  <cp:revision>1</cp:revision>
  <dcterms:modified xsi:type="dcterms:W3CDTF">2026-06-28T23:20:36Z</dcterms:modified>
</cp:coreProperties>
</file>