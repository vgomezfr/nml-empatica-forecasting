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3d06574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3d06574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3d06574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a3d06574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3d06574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3d06574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3d06574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a3d0657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3d06574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3d06574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3d06574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a3d06574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3d06574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3d06574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3d06574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3d06574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3d06574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a3d06574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3d06574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a3d06574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9be83af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9be83af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be83af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9be83af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3d06574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a3d06574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3d06574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3d06574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3d06574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3d06574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Arm-IMU forecasting summer work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Valerio Gomez-Frittelli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forecasting approach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Forecast daily average of </a:t>
            </a:r>
            <a:r>
              <a:rPr lang="en"/>
              <a:t>activity</a:t>
            </a:r>
            <a:r>
              <a:rPr lang="en"/>
              <a:t> count, for periods of one week, and evaluate as that week of data comes 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daily average with one-week horizon in the hope of more useful forecasts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Began experimenting with restricting training data by phase of recovery, found that including only recent phases (Optimization, Implant+Rehab, etc.) helps with performance.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ETS/ARIMA forecasting</a:t>
            </a:r>
            <a:endParaRPr/>
          </a:p>
        </p:txBody>
      </p:sp>
      <p:pic>
        <p:nvPicPr>
          <p:cNvPr id="67" name="Google Shape;67;p15" title="spt04_arima_opt_imp+reha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00" y="1458875"/>
            <a:ext cx="4312853" cy="266446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199475" y="4273800"/>
            <a:ext cx="38154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SPT04, (Opt, Imp + Rehab)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5" title="spt04_ets_opt_imp+reha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750" y="1484025"/>
            <a:ext cx="4231374" cy="261413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9750" y="4273800"/>
            <a:ext cx="38154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SPT04, (Opt, Imp + Rehab)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evaluations of ETS/ARIMA</a:t>
            </a:r>
            <a:endParaRPr/>
          </a:p>
        </p:txBody>
      </p:sp>
      <p:pic>
        <p:nvPicPr>
          <p:cNvPr id="76" name="Google Shape;76;p16" title="spt05_full_train_rm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868875" cy="239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pt04_full_train_rm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601" y="1170125"/>
            <a:ext cx="3868875" cy="239018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92800" y="3560300"/>
            <a:ext cx="7958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Models were initially evaluated too simply, using the most </a:t>
            </a:r>
            <a:r>
              <a:rPr lang="en" sz="1700">
                <a:solidFill>
                  <a:schemeClr val="dk2"/>
                </a:solidFill>
              </a:rPr>
              <a:t>recent</a:t>
            </a:r>
            <a:r>
              <a:rPr lang="en" sz="1700">
                <a:solidFill>
                  <a:schemeClr val="dk2"/>
                </a:solidFill>
              </a:rPr>
              <a:t> available week of data to compare models by RMSE.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Outlook was mixed, often with model performance varying greatly by week.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</a:rPr>
              <a:t>The idea of backtesting models to make evaluations robust came later.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Neural Network Architectures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76950" y="1342050"/>
            <a:ext cx="7462800" cy="27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Can we train a neural network that achieves better prediction than ETS/ARIMA (or just baselines)?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Models used: MLP, RNN, GRU, LSTM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Loss plot, final train set predictions, and test set predictions shown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Final models were chosen using early stopping; loss plots show more (unused) epochs to demonstrate that overfitting occurs past the point of the final model and that training is complete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MLP</a:t>
            </a:r>
            <a:endParaRPr/>
          </a:p>
        </p:txBody>
      </p:sp>
      <p:pic>
        <p:nvPicPr>
          <p:cNvPr id="90" name="Google Shape;90;p18" title="MLP_loss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25" y="1179650"/>
            <a:ext cx="4176300" cy="13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MLP_test_pre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575" y="2697575"/>
            <a:ext cx="68008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MLP_train_pred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7025" y="1179650"/>
            <a:ext cx="4176300" cy="13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</a:t>
            </a:r>
            <a:endParaRPr/>
          </a:p>
        </p:txBody>
      </p:sp>
      <p:pic>
        <p:nvPicPr>
          <p:cNvPr id="98" name="Google Shape;98;p19" title="SPT05_opt_window_14_lo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00" y="1161600"/>
            <a:ext cx="4176300" cy="13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 title="SPT05_opt_window_14_pred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2697575"/>
            <a:ext cx="68008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5321175" y="1561750"/>
            <a:ext cx="299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Train preds plot missing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</a:t>
            </a:r>
            <a:endParaRPr/>
          </a:p>
        </p:txBody>
      </p:sp>
      <p:pic>
        <p:nvPicPr>
          <p:cNvPr id="106" name="Google Shape;106;p20" title="GRU_loss_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25" y="1179650"/>
            <a:ext cx="4176300" cy="13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GRU_test_pred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2697575"/>
            <a:ext cx="68008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GRU_train_pred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7025" y="1179650"/>
            <a:ext cx="4176300" cy="13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</a:t>
            </a:r>
            <a:endParaRPr/>
          </a:p>
        </p:txBody>
      </p:sp>
      <p:pic>
        <p:nvPicPr>
          <p:cNvPr id="114" name="Google Shape;114;p21" title="LSTM_loss_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25" y="1179650"/>
            <a:ext cx="4176300" cy="13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LSTM_test_pred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2697575"/>
            <a:ext cx="68008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title="LSTM_train_pred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7025" y="1179650"/>
            <a:ext cx="4176300" cy="13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NN forecasting conclusions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854700" y="1128013"/>
            <a:ext cx="74346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All NN models gave highly linear predictions on train+test data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Loss plots show that this is not a result of underfitting; continued training for more epochs resulted in higher val loss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All RMSEs were high (MLP, GRU, LSTM RMSE of ~25 for the same test week) - higher than ETS/ARIMA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276100" y="2727250"/>
            <a:ext cx="4591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Things to come back to/work more on: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924750" y="3222850"/>
            <a:ext cx="72945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 u="sng">
                <a:solidFill>
                  <a:schemeClr val="dk2"/>
                </a:solidFill>
              </a:rPr>
              <a:t>Backtest NN models</a:t>
            </a:r>
            <a:endParaRPr b="1" sz="1800" u="sng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The results presented in the previous slides are as vulnerable to weekly variation as the ETS/ARIMA results were before backtesting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Test NNs on other biomarkers than act count (switch to MAPE)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Backtesting ETS and ARIMA models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1730100" y="1337300"/>
            <a:ext cx="61161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How do models perform over </a:t>
            </a:r>
            <a:r>
              <a:rPr lang="en" sz="1800" u="sng">
                <a:solidFill>
                  <a:schemeClr val="dk2"/>
                </a:solidFill>
              </a:rPr>
              <a:t>every</a:t>
            </a:r>
            <a:r>
              <a:rPr lang="en" sz="1800">
                <a:solidFill>
                  <a:schemeClr val="dk2"/>
                </a:solidFill>
              </a:rPr>
              <a:t> slice of the data?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Do we really beat baselines - or were good results just artifacts of the prediction week?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Are certain sample sizes better than others?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How do predictions compare across biomarkers?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This required a switch from RMSE to MAPE to enable evaluation across different variable scales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Backtesting Activity Count</a:t>
            </a:r>
            <a:endParaRPr/>
          </a:p>
        </p:txBody>
      </p:sp>
      <p:pic>
        <p:nvPicPr>
          <p:cNvPr id="136" name="Google Shape;136;p24" title="spt04_act_ss_backt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6975"/>
            <a:ext cx="4477563" cy="240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 title="spt05_act_ss_backte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800" y="1816986"/>
            <a:ext cx="4417198" cy="2400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/>
        </p:nvSpPr>
        <p:spPr>
          <a:xfrm>
            <a:off x="267138" y="1159675"/>
            <a:ext cx="3494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SPT04 activity count backtesting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4954425" y="1159675"/>
            <a:ext cx="34944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SPT05 activity count backtesting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920100" y="4273775"/>
            <a:ext cx="7303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MAPEs are very high, and for SPT04 also increases with sample size, indicating that complex models perform worse than simple ones.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Backtesting Heart Rate Variability</a:t>
            </a:r>
            <a:endParaRPr/>
          </a:p>
        </p:txBody>
      </p:sp>
      <p:pic>
        <p:nvPicPr>
          <p:cNvPr id="146" name="Google Shape;146;p25" title="spt04_hrv_ss_backte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50" y="1704417"/>
            <a:ext cx="4287626" cy="2317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 title="spt05_hrv_ss_backte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600" y="1708600"/>
            <a:ext cx="4287626" cy="230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486288" y="1121500"/>
            <a:ext cx="320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SPT04 hrv backtesting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5234625" y="1121500"/>
            <a:ext cx="320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SPT05 hrv backtesting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1504650" y="4118625"/>
            <a:ext cx="61347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Better MAPEs than activity count forecasting,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but </a:t>
            </a:r>
            <a:r>
              <a:rPr lang="en" sz="1800">
                <a:solidFill>
                  <a:schemeClr val="dk2"/>
                </a:solidFill>
              </a:rPr>
              <a:t>average error is </a:t>
            </a:r>
            <a:r>
              <a:rPr lang="en" sz="1800">
                <a:solidFill>
                  <a:schemeClr val="dk2"/>
                </a:solidFill>
              </a:rPr>
              <a:t>still in the 35-40% range.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Backtesting Heart Rate</a:t>
            </a:r>
            <a:endParaRPr/>
          </a:p>
        </p:txBody>
      </p:sp>
      <p:pic>
        <p:nvPicPr>
          <p:cNvPr id="156" name="Google Shape;156;p26" title="SPT04_hr_ss_backtest.png"/>
          <p:cNvPicPr preferRelativeResize="0"/>
          <p:nvPr/>
        </p:nvPicPr>
        <p:blipFill rotWithShape="1">
          <a:blip r:embed="rId3">
            <a:alphaModFix/>
          </a:blip>
          <a:srcRect b="0" l="140" r="130" t="0"/>
          <a:stretch/>
        </p:blipFill>
        <p:spPr>
          <a:xfrm>
            <a:off x="161750" y="1704417"/>
            <a:ext cx="4287626" cy="2317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SPT05_hr_ss_backtest.png"/>
          <p:cNvPicPr preferRelativeResize="0"/>
          <p:nvPr/>
        </p:nvPicPr>
        <p:blipFill rotWithShape="1">
          <a:blip r:embed="rId4">
            <a:alphaModFix/>
          </a:blip>
          <a:srcRect b="90" l="0" r="0" t="90"/>
          <a:stretch/>
        </p:blipFill>
        <p:spPr>
          <a:xfrm>
            <a:off x="4694600" y="1708600"/>
            <a:ext cx="4287626" cy="230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486288" y="1121500"/>
            <a:ext cx="320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SPT04 hr backtesting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5234625" y="1121500"/>
            <a:ext cx="3207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SPT05 hr backtesting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634950" y="4249550"/>
            <a:ext cx="7874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Heart rate yields </a:t>
            </a:r>
            <a:r>
              <a:rPr b="1" lang="en" sz="1800">
                <a:solidFill>
                  <a:schemeClr val="dk2"/>
                </a:solidFill>
              </a:rPr>
              <a:t>much </a:t>
            </a:r>
            <a:r>
              <a:rPr lang="en" sz="1800">
                <a:solidFill>
                  <a:schemeClr val="dk2"/>
                </a:solidFill>
              </a:rPr>
              <a:t>better MAPEs than both activity count and hrv.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Backtesting conclusions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1598100" y="1140925"/>
            <a:ext cx="5947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After backtesting ETS/ARIMA, we conclude that: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1083750" y="1776925"/>
            <a:ext cx="69765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Daily-average forecasting paradigm may still be feasible, as suggested by good performance on heart rate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Forecasting activity count and HRV may be too difficult due to large inherent variability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Initial good results were artifacts of a good test week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Good biomarkers may be key to using this forecasting method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next steps</a:t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311700" y="1017725"/>
            <a:ext cx="86847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Revisit NN models: Backtest for robust evaluation and try other biomarkers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Initial evaluation was not robust and is worth checking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Hyperparameter search could be more expansive and methodical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NNs truly don’t beat traditional models/baselines, they can be discarded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Test different biomarkers for forecasting; any that show </a:t>
            </a:r>
            <a:r>
              <a:rPr lang="en" sz="1800">
                <a:solidFill>
                  <a:schemeClr val="dk2"/>
                </a:solidFill>
              </a:rPr>
              <a:t>explanatory</a:t>
            </a:r>
            <a:r>
              <a:rPr lang="en" sz="1800">
                <a:solidFill>
                  <a:schemeClr val="dk2"/>
                </a:solidFill>
              </a:rPr>
              <a:t> power may work out if they have less variance than activity count and HRV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Explore multivariate forecasting - combinations of good biomarkers may have more explanatory power to cut through high variance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Explore other forecasting paradigms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Maybe reduced horizon is necessary for accuracy (tradeoff)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Maybe other modelling techniques perform better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